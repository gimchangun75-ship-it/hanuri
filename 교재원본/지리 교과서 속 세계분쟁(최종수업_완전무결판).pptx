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6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_master_pure_theory_lef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_china_annotated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3_korea_annotated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On-screen Show (4:3)</ep:PresentationFormat>
  <ep:Paragraphs>0</ep:Paragraphs>
  <ep:Slides>15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ep:HeadingPairs>
  <ep:TitlesOfParts>
    <vt:vector size="16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이미종</cp:lastModifiedBy>
  <dcterms:modified xsi:type="dcterms:W3CDTF">2026-10-22T00:49:27.435</dcterms:modified>
  <cp:revision>2</cp:revision>
  <cp:version/>
</cp:coreProperties>
</file>