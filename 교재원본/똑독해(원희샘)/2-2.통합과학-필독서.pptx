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258" r:id="rId27"/>
    <p:sldId id="310" r:id="rId28"/>
    <p:sldId id="312" r:id="rId29"/>
    <p:sldId id="313" r:id="rId30"/>
    <p:sldId id="314" r:id="rId31"/>
    <p:sldId id="315" r:id="rId32"/>
    <p:sldId id="311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333" r:id="rId51"/>
    <p:sldId id="334" r:id="rId52"/>
    <p:sldId id="335" r:id="rId53"/>
    <p:sldId id="336" r:id="rId54"/>
    <p:sldId id="337" r:id="rId55"/>
    <p:sldId id="338" r:id="rId56"/>
    <p:sldId id="339" r:id="rId57"/>
    <p:sldId id="340" r:id="rId58"/>
    <p:sldId id="341" r:id="rId59"/>
    <p:sldId id="342" r:id="rId60"/>
    <p:sldId id="343" r:id="rId61"/>
    <p:sldId id="344" r:id="rId62"/>
    <p:sldId id="345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9442A-9111-4038-8A99-8E5B32914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F9819B-F1B6-47CB-8EB1-9EC8169A7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A5F72-CD68-4DF7-86B8-9235F68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7959B-D110-44AF-8DB2-7445D65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C2EDD-AD85-4A15-8EF5-6D719D8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93D2A-053C-4B33-AF27-D22FB1AA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6427-366A-4FEE-BACA-B997ED5A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7CCF7-6C8A-4A88-817B-07608B22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E016-88E4-4D6B-AE28-AC5B8399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82ED9-3153-4929-943D-EEC4BFA0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7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48979-839A-4385-BC48-3F5317C7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181D-43A5-4457-A5B6-D5B88E54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3B04-4BB6-426D-9B9A-4FD0E6B3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F2FEB-020D-4F96-A0DC-5FA1822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D8891-7C3F-4337-B48E-1BDA4F67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12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5AB9-1305-4967-8EA6-0607E5E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2D11B-3CDE-44E5-AEC2-66856072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765DD-D18F-45B8-B2A0-6F76B611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6934F-D4FB-409C-BB96-5885499E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22555F-0C03-497B-BAA5-FAE5093A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B5AD8-7B30-4391-B198-03BCC438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0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4520F-7DFC-4CFC-B62A-B0D36CA9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CF1D5-BD91-4E4E-B983-7EAD936C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89E39-7A3D-493E-B30C-B7FC335A0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DB9D5-C70C-4E2F-9FAA-84AF5D16B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53F2C4-9EB1-4F5A-83F9-CA4DD602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3E461-72BD-4BD2-AE6F-E34EFB9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654C72-81C5-4520-A906-80961B93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13ACB-5B20-499A-AB5C-202A138C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6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3B977-6EE3-4563-829D-5285623F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AD39CC-890D-4937-ABA4-9EED1E5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DA1B2-9F89-4A2A-AC57-385A97E7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867E8-23C6-4DA8-9ED8-1414E635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4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9A1C78-88BD-44BF-9641-6862336C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5093BE-9872-4C08-81A3-DFE560B6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F7F954-70D0-4E8B-B90C-1FEFD94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1CAA-EAB8-4349-AA92-927D77BB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0FDFD-4711-4BEC-B410-F9DEDFB9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4F8FC-2A3C-4E80-9762-0CD4249E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746DA-2982-4C95-A472-63A33364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1B344-E38B-4C43-ADFC-F6AD4634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DEF0E-B203-4980-A691-936B572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6DDAE-234E-4CCD-AA9F-E6D01995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FEEAE-F6C4-4CAD-885A-6178F7A66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CE299D-9832-4F04-BA15-03EFB8973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4DB11-BA2E-4E4F-BAEF-40AED185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DD827-E358-4616-8BD6-77B2F690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3B7D1-7FB8-4980-BC22-27C0D792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7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57073-0A52-48AE-9C35-0D9D63BC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D5D47F-39B2-42AE-BE02-9795D037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A02DC-2D8F-45C7-87FB-89A5FF4F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7FE16-77BA-4A35-83E8-CF3E8E1E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E12D4-D838-494B-8A68-C2017351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6B2707-8214-4E2F-8A56-E668692EE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99E193-9CD9-4F27-87B9-7C95BC350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F0026-E67D-496F-BE0D-109371A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9D423-D0A5-4F3F-BA78-BB81637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5B2ED-6BC8-4FBA-9F03-04E84DB2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8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233AED-C62E-43F7-914E-AA54A23A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F56D44-F0EA-4254-82E6-C55669E1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29D43-8656-4BC3-BAF4-37F4752DE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BDE2-9230-449C-8F80-1D8E3EAD970E}" type="datetimeFigureOut">
              <a:rPr lang="ko-KR" altLang="en-US" smtClean="0"/>
              <a:t>2025-07-27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A8AFD-856E-4C51-93DC-BEB05AD16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72362-AC1C-4B8C-8B8B-397349BA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4FB603D-2835-4AEB-ABA4-7FC0B0F1A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20" y="0"/>
            <a:ext cx="4615074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0EEA70-306C-4CD4-ADB0-88D15BC88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994" y="0"/>
            <a:ext cx="46150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9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055103D-1E6D-4CB7-B3A5-6901D4210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888" y="-1"/>
            <a:ext cx="4665306" cy="686567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F708773-8F7F-426F-A143-AFA4D98AE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82" y="0"/>
            <a:ext cx="4665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4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04D425A-A413-4BE9-A125-DDB0A30B0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82" y="7679"/>
            <a:ext cx="4665306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C2BCEB-C1B9-4921-A5DE-AEED0FF70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888" y="0"/>
            <a:ext cx="4665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10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CA3470-F8F4-48D2-A2AF-1328345A4E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1297" r="7973" b="1851"/>
          <a:stretch/>
        </p:blipFill>
        <p:spPr>
          <a:xfrm>
            <a:off x="8115299" y="25400"/>
            <a:ext cx="4076703" cy="6642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17B721-42D0-4E25-83B0-E4E7BC6C20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" t="1297" r="2716" b="1851"/>
          <a:stretch/>
        </p:blipFill>
        <p:spPr>
          <a:xfrm>
            <a:off x="88900" y="88900"/>
            <a:ext cx="4330700" cy="66421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1F9000-3881-419E-BD5C-7773614E04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8" t="1296" r="4943" b="1852"/>
          <a:stretch/>
        </p:blipFill>
        <p:spPr>
          <a:xfrm>
            <a:off x="3975101" y="88900"/>
            <a:ext cx="4013200" cy="66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8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9990D4-EC65-47FC-B68D-0D26902FF2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" t="1852" r="3672" b="1852"/>
          <a:stretch/>
        </p:blipFill>
        <p:spPr>
          <a:xfrm>
            <a:off x="8039101" y="127000"/>
            <a:ext cx="4051299" cy="6604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EDD10A9-A64E-47A4-9354-44CA316CB0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6" t="1852" r="3866" b="1852"/>
          <a:stretch/>
        </p:blipFill>
        <p:spPr>
          <a:xfrm>
            <a:off x="25399" y="152400"/>
            <a:ext cx="4051301" cy="6604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15E170-6601-4DBE-9E67-52EDC6B2DB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3" t="1852" r="5026" b="1852"/>
          <a:stretch/>
        </p:blipFill>
        <p:spPr>
          <a:xfrm>
            <a:off x="4000500" y="127000"/>
            <a:ext cx="4051301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B4E5D2-A308-4E03-82A1-5FDAF90445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5" t="2963" r="2871" b="1666"/>
          <a:stretch/>
        </p:blipFill>
        <p:spPr>
          <a:xfrm>
            <a:off x="7873999" y="203200"/>
            <a:ext cx="4267201" cy="6540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E934F8-F893-41CC-8411-1F92A66CA1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" t="1297" r="8773" b="1666"/>
          <a:stretch/>
        </p:blipFill>
        <p:spPr>
          <a:xfrm>
            <a:off x="12700" y="88900"/>
            <a:ext cx="4005794" cy="6654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291BA5-C6DD-4960-B84B-72F44B1D7D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7" t="2963" r="3990" b="1666"/>
          <a:stretch/>
        </p:blipFill>
        <p:spPr>
          <a:xfrm>
            <a:off x="3830105" y="203200"/>
            <a:ext cx="4005795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509303-8CDD-43CB-AEBE-30D6B4C25C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" t="2037" r="3361" b="2221"/>
          <a:stretch/>
        </p:blipFill>
        <p:spPr>
          <a:xfrm>
            <a:off x="8039099" y="139700"/>
            <a:ext cx="4152901" cy="6565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1D343AE-671A-47F5-A642-91C570BB9E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1" t="2037" r="5442" b="2221"/>
          <a:stretch/>
        </p:blipFill>
        <p:spPr>
          <a:xfrm>
            <a:off x="12700" y="203200"/>
            <a:ext cx="4051300" cy="6565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F8F733-1387-4BF1-9C65-74D3FBC256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7" t="2037" r="3235" b="2221"/>
          <a:stretch/>
        </p:blipFill>
        <p:spPr>
          <a:xfrm>
            <a:off x="3973707" y="139700"/>
            <a:ext cx="4179694" cy="65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0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FBEF1B-7C19-4A4D-8760-3E77F404EA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6" t="1666" r="6648" b="2222"/>
          <a:stretch/>
        </p:blipFill>
        <p:spPr>
          <a:xfrm>
            <a:off x="8268674" y="114300"/>
            <a:ext cx="3910625" cy="6591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3383239-5B78-4ADE-9370-51F0D07B21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" t="1666" r="3599" b="2222"/>
          <a:stretch/>
        </p:blipFill>
        <p:spPr>
          <a:xfrm>
            <a:off x="11724" y="114300"/>
            <a:ext cx="4293575" cy="659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5F25D8C-E642-4D21-82BD-8BFFD36726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4" t="1666" r="3114" b="2222"/>
          <a:stretch/>
        </p:blipFill>
        <p:spPr>
          <a:xfrm>
            <a:off x="4064000" y="114300"/>
            <a:ext cx="39751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65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1A678B-BA1F-42D8-A448-C07D33D581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8" t="2963" r="6221" b="3333"/>
          <a:stretch/>
        </p:blipFill>
        <p:spPr>
          <a:xfrm>
            <a:off x="8128000" y="203200"/>
            <a:ext cx="4025900" cy="6426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794A59-C547-4E1B-825E-993EDBECCB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2963" r="3429" b="3333"/>
          <a:stretch/>
        </p:blipFill>
        <p:spPr>
          <a:xfrm>
            <a:off x="12700" y="203200"/>
            <a:ext cx="4025900" cy="6426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4B7997-753C-4898-9A06-D81E7B6E7A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5" t="2963" r="4123" b="3333"/>
          <a:stretch/>
        </p:blipFill>
        <p:spPr>
          <a:xfrm>
            <a:off x="4165600" y="203200"/>
            <a:ext cx="4025900" cy="64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56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472C72-1FCD-4873-9B67-38329F89CC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2" t="1482" r="7323" b="2778"/>
          <a:stretch/>
        </p:blipFill>
        <p:spPr>
          <a:xfrm>
            <a:off x="8128000" y="101600"/>
            <a:ext cx="3962400" cy="6565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1CED3F-9A3D-4932-98BE-4B0476F6B6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7" t="1482" r="3298" b="2778"/>
          <a:stretch/>
        </p:blipFill>
        <p:spPr>
          <a:xfrm>
            <a:off x="12700" y="101600"/>
            <a:ext cx="4120494" cy="6565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BBF54E3-7DE5-4116-A2B2-374F49D7DF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9" t="4258" r="4454" b="2778"/>
          <a:stretch/>
        </p:blipFill>
        <p:spPr>
          <a:xfrm>
            <a:off x="4056994" y="292100"/>
            <a:ext cx="3804306" cy="63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73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046436-BD7C-40DE-886E-4B2607ED0D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3" t="1851" r="4800" b="2408"/>
          <a:stretch/>
        </p:blipFill>
        <p:spPr>
          <a:xfrm>
            <a:off x="7937499" y="127000"/>
            <a:ext cx="4025901" cy="6565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A0217A-7838-4869-9EE8-709E50D4D8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3" t="1851" r="6190" b="2408"/>
          <a:stretch/>
        </p:blipFill>
        <p:spPr>
          <a:xfrm>
            <a:off x="0" y="127000"/>
            <a:ext cx="3924300" cy="6565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448C208-8963-449E-85D5-B400B4AFB37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7" t="2407" r="5139" b="2407"/>
          <a:stretch/>
        </p:blipFill>
        <p:spPr>
          <a:xfrm>
            <a:off x="4000500" y="165100"/>
            <a:ext cx="3924300" cy="65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10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E1F98E-E482-4543-9B01-1E40B8C4BD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0" t="1296" r="6412" b="1296"/>
          <a:stretch/>
        </p:blipFill>
        <p:spPr>
          <a:xfrm>
            <a:off x="8065234" y="88900"/>
            <a:ext cx="3974366" cy="6680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F0EEDD4-50CE-4EF5-95AC-620B9C2288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1" t="1296" r="3774" b="1296"/>
          <a:stretch/>
        </p:blipFill>
        <p:spPr>
          <a:xfrm>
            <a:off x="26004" y="88900"/>
            <a:ext cx="4177696" cy="6680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633B845-76A2-4CD1-80FA-399C7FF704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1" t="2594" r="7543" b="1296"/>
          <a:stretch/>
        </p:blipFill>
        <p:spPr>
          <a:xfrm>
            <a:off x="4267199" y="177800"/>
            <a:ext cx="3696435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49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119815-3930-4C7D-88C1-4D56F93F9E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3" t="2221" r="4187" b="1482"/>
          <a:stretch/>
        </p:blipFill>
        <p:spPr>
          <a:xfrm>
            <a:off x="8115300" y="152400"/>
            <a:ext cx="4076700" cy="6604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99E7EC3-6828-4BB8-AF05-17505B952D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" t="2221" r="1508" b="1482"/>
          <a:stretch/>
        </p:blipFill>
        <p:spPr>
          <a:xfrm>
            <a:off x="0" y="152400"/>
            <a:ext cx="4168926" cy="6604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9BB086-D788-46D6-858F-5260F5E06B1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0" t="2221" r="5017" b="1482"/>
          <a:stretch/>
        </p:blipFill>
        <p:spPr>
          <a:xfrm>
            <a:off x="4175894" y="152400"/>
            <a:ext cx="3972694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00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F1B42F-93FD-41C5-B975-011193EF6C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0" t="2963" r="2943" b="1666"/>
          <a:stretch/>
        </p:blipFill>
        <p:spPr>
          <a:xfrm>
            <a:off x="8039099" y="203200"/>
            <a:ext cx="4102101" cy="6540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046CF67-53EC-40EA-B9D1-261C07C77F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" t="1666" r="9116" b="1666"/>
          <a:stretch/>
        </p:blipFill>
        <p:spPr>
          <a:xfrm>
            <a:off x="38100" y="114300"/>
            <a:ext cx="3797300" cy="6629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2C2F543-CB75-4601-A180-1A33DD2CB4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4" t="1666" r="5590" b="1666"/>
          <a:stretch/>
        </p:blipFill>
        <p:spPr>
          <a:xfrm>
            <a:off x="3949699" y="114300"/>
            <a:ext cx="3797301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89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A03A98-716A-4104-B412-22CCB112C6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8" t="2222" r="5631" b="2222"/>
          <a:stretch/>
        </p:blipFill>
        <p:spPr>
          <a:xfrm>
            <a:off x="7988301" y="152400"/>
            <a:ext cx="4037988" cy="6553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E40A87-4991-4083-BDF4-25AEF4EE41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2037" r="3654" b="2221"/>
          <a:stretch/>
        </p:blipFill>
        <p:spPr>
          <a:xfrm>
            <a:off x="50800" y="152400"/>
            <a:ext cx="4037987" cy="6565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3C5F61D-7A61-48AF-980E-0ED183E625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9" t="2037" r="5167" b="2221"/>
          <a:stretch/>
        </p:blipFill>
        <p:spPr>
          <a:xfrm>
            <a:off x="4001113" y="139700"/>
            <a:ext cx="4037987" cy="65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40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68179B-C043-4D84-95B2-C3ED440BBB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5" t="1481" r="5282" b="2408"/>
          <a:stretch/>
        </p:blipFill>
        <p:spPr>
          <a:xfrm>
            <a:off x="8119875" y="101600"/>
            <a:ext cx="3995925" cy="6591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2E1EBF-D409-4C90-A2DD-C7C835E805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9" t="1482" r="7010" b="2407"/>
          <a:stretch/>
        </p:blipFill>
        <p:spPr>
          <a:xfrm>
            <a:off x="0" y="101600"/>
            <a:ext cx="3995924" cy="659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031B61-C331-4AE0-A6F6-758F021CAB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" t="1481" r="4330" b="2408"/>
          <a:stretch/>
        </p:blipFill>
        <p:spPr>
          <a:xfrm>
            <a:off x="4030475" y="101600"/>
            <a:ext cx="3995925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00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1AFD18-DCDC-4BA3-9558-5A83464D51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 t="1666" r="4874" b="1666"/>
          <a:stretch/>
        </p:blipFill>
        <p:spPr>
          <a:xfrm>
            <a:off x="7979340" y="114300"/>
            <a:ext cx="4199959" cy="6629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B28196E-8C2D-4925-8EBC-9080732FFD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0" t="1852" r="4368" b="1667"/>
          <a:stretch/>
        </p:blipFill>
        <p:spPr>
          <a:xfrm>
            <a:off x="25400" y="127000"/>
            <a:ext cx="4053896" cy="6616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E6F319-A589-47FD-AA23-918EAC4A0A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5" t="1666" r="3388" b="1666"/>
          <a:stretch/>
        </p:blipFill>
        <p:spPr>
          <a:xfrm>
            <a:off x="3981464" y="114300"/>
            <a:ext cx="4199959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8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537995-8771-4DD2-83F7-F40558659F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0" t="2037" r="4793" b="2037"/>
          <a:stretch/>
        </p:blipFill>
        <p:spPr>
          <a:xfrm>
            <a:off x="8242299" y="127000"/>
            <a:ext cx="3835401" cy="6578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86A47B1-4C23-4217-989D-5F1D28ACF3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" t="2037" r="7435" b="2037"/>
          <a:stretch/>
        </p:blipFill>
        <p:spPr>
          <a:xfrm>
            <a:off x="12699" y="139700"/>
            <a:ext cx="4064001" cy="6578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15F9D6A-AF20-4E5F-B99B-FAA138E402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0" t="2037" r="3633" b="2037"/>
          <a:stretch/>
        </p:blipFill>
        <p:spPr>
          <a:xfrm>
            <a:off x="4190999" y="139700"/>
            <a:ext cx="3835400" cy="657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97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DB18B3-4DAF-443C-8345-46F8167806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9" t="1666" r="4567" b="1666"/>
          <a:stretch/>
        </p:blipFill>
        <p:spPr>
          <a:xfrm>
            <a:off x="8102600" y="114300"/>
            <a:ext cx="3962400" cy="6629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49C59D-3CE8-4CCB-8E8E-05508D059F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" t="1665" r="3009" b="2037"/>
          <a:stretch/>
        </p:blipFill>
        <p:spPr>
          <a:xfrm>
            <a:off x="-1" y="114300"/>
            <a:ext cx="4191001" cy="6604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FC8F2E-7CDF-4C85-A88B-5A25F4E325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" t="1665" r="4810" b="2037"/>
          <a:stretch/>
        </p:blipFill>
        <p:spPr>
          <a:xfrm>
            <a:off x="4152899" y="114300"/>
            <a:ext cx="4102101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18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FA4D29-EF6F-497A-9A94-9A68DBF68B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8" t="1482" r="3454" b="741"/>
          <a:stretch/>
        </p:blipFill>
        <p:spPr>
          <a:xfrm>
            <a:off x="8102599" y="101600"/>
            <a:ext cx="4076701" cy="6705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149900-3453-47C8-8EF8-F29D5047B7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6" t="1482" r="3410" b="1482"/>
          <a:stretch/>
        </p:blipFill>
        <p:spPr>
          <a:xfrm>
            <a:off x="-25400" y="101600"/>
            <a:ext cx="4230852" cy="6654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FB9C936-6096-476E-B378-A65B3BEABD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" t="1482" r="3480" b="1482"/>
          <a:stretch/>
        </p:blipFill>
        <p:spPr>
          <a:xfrm>
            <a:off x="3987799" y="101600"/>
            <a:ext cx="4076701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16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A572B5-4055-41A2-AE72-963B62A3CC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2" t="1666" r="3776" b="2222"/>
          <a:stretch/>
        </p:blipFill>
        <p:spPr>
          <a:xfrm>
            <a:off x="8039099" y="114300"/>
            <a:ext cx="4140202" cy="6591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90E4E73-23F6-488A-9E4A-56E5008979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" t="1666" r="4150" b="2222"/>
          <a:stretch/>
        </p:blipFill>
        <p:spPr>
          <a:xfrm>
            <a:off x="-1" y="114300"/>
            <a:ext cx="4140201" cy="659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B4A94C-EF00-44D8-87B5-09B5779E4C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0" t="1666" r="3384" b="2222"/>
          <a:stretch/>
        </p:blipFill>
        <p:spPr>
          <a:xfrm>
            <a:off x="4038598" y="114300"/>
            <a:ext cx="4140202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83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006EDF-646D-4B7B-88B3-DBE5EF5AC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6" t="1851" r="4039" b="1482"/>
          <a:stretch/>
        </p:blipFill>
        <p:spPr>
          <a:xfrm>
            <a:off x="8051799" y="127000"/>
            <a:ext cx="4127501" cy="6629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1A77AF9-83BC-44C7-845A-916C36D933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" t="1851" r="3960" b="1482"/>
          <a:stretch/>
        </p:blipFill>
        <p:spPr>
          <a:xfrm>
            <a:off x="63500" y="127000"/>
            <a:ext cx="4152900" cy="6629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CD0950D-B10A-4E62-A52A-1F62D51195F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3" t="1851" r="7590" b="1482"/>
          <a:stretch/>
        </p:blipFill>
        <p:spPr>
          <a:xfrm>
            <a:off x="4038600" y="127000"/>
            <a:ext cx="39497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21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BCBB1A-220A-41D8-9AC0-7A650B473C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5" t="1852" r="4121" b="1667"/>
          <a:stretch/>
        </p:blipFill>
        <p:spPr>
          <a:xfrm>
            <a:off x="7937500" y="127000"/>
            <a:ext cx="4229102" cy="6616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6A94BBD-60E8-473C-85E8-6ADB42DE0C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" t="1482" r="2466" b="1852"/>
          <a:stretch/>
        </p:blipFill>
        <p:spPr>
          <a:xfrm>
            <a:off x="12696" y="101600"/>
            <a:ext cx="4229101" cy="6629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4B0C49-5CB3-4413-9950-96D68FCBD6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1" t="1666" r="3855" b="1851"/>
          <a:stretch/>
        </p:blipFill>
        <p:spPr>
          <a:xfrm>
            <a:off x="3962398" y="114300"/>
            <a:ext cx="4229102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48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B418CD-0B2A-4C58-AFC9-F1AE1E88AF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6" r="6996" b="1666"/>
          <a:stretch/>
        </p:blipFill>
        <p:spPr>
          <a:xfrm>
            <a:off x="8293099" y="0"/>
            <a:ext cx="3835401" cy="6743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6901AF-8B1F-4C34-B464-3549AE9275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4" t="1297" r="5804" b="1666"/>
          <a:stretch/>
        </p:blipFill>
        <p:spPr>
          <a:xfrm>
            <a:off x="38100" y="88900"/>
            <a:ext cx="4064000" cy="6654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D4C4DE-A7D3-482D-92E8-B6D7EA10CC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5" t="1666" r="2908" b="1666"/>
          <a:stretch/>
        </p:blipFill>
        <p:spPr>
          <a:xfrm>
            <a:off x="4010421" y="114300"/>
            <a:ext cx="4064001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50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27E9C7F-A73F-4D2F-AACC-68F1B5E939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6" t="1851" r="3088" b="2038"/>
          <a:stretch/>
        </p:blipFill>
        <p:spPr>
          <a:xfrm>
            <a:off x="8051800" y="127000"/>
            <a:ext cx="4127500" cy="6591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BB0A2F8-8B53-4761-9927-B174907CB3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0" t="1851" r="2752" b="2038"/>
          <a:stretch/>
        </p:blipFill>
        <p:spPr>
          <a:xfrm>
            <a:off x="12699" y="127000"/>
            <a:ext cx="4000501" cy="659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C05A52A-548D-4E77-8A25-6C4728F141F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4" t="1851" r="4614" b="2038"/>
          <a:stretch/>
        </p:blipFill>
        <p:spPr>
          <a:xfrm>
            <a:off x="3975100" y="127000"/>
            <a:ext cx="42164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97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08FD26-34F9-4929-B87A-1B511ECB7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0" t="1666" r="5539" b="1666"/>
          <a:stretch/>
        </p:blipFill>
        <p:spPr>
          <a:xfrm>
            <a:off x="8026399" y="114300"/>
            <a:ext cx="4064001" cy="6629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C7651C-DA62-4C59-806A-E218F80264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4" t="1666" r="3154" b="1666"/>
          <a:stretch/>
        </p:blipFill>
        <p:spPr>
          <a:xfrm>
            <a:off x="12699" y="114300"/>
            <a:ext cx="4140201" cy="6629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3287CC-AD9C-45DB-BDE5-60EB2BAC8C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" t="1666" r="4454" b="1666"/>
          <a:stretch/>
        </p:blipFill>
        <p:spPr>
          <a:xfrm>
            <a:off x="4051300" y="114300"/>
            <a:ext cx="39243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9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BA582A-C713-46E0-8586-87499F8A6A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" t="2222" r="5953"/>
          <a:stretch/>
        </p:blipFill>
        <p:spPr>
          <a:xfrm>
            <a:off x="8115300" y="152400"/>
            <a:ext cx="4051301" cy="6705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D1F3FAF-19F1-490E-BF77-3A904382EE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5" t="2222" r="2228" b="2222"/>
          <a:stretch/>
        </p:blipFill>
        <p:spPr>
          <a:xfrm>
            <a:off x="12699" y="152400"/>
            <a:ext cx="4216401" cy="6553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396196E-E01A-4E81-9749-64ED4A5CF9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2" t="2222" r="4309" b="2222"/>
          <a:stretch/>
        </p:blipFill>
        <p:spPr>
          <a:xfrm>
            <a:off x="4114800" y="152400"/>
            <a:ext cx="41148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03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51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905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9204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19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801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63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534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365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10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931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32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694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834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8142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806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2877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636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5716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1288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695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256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5266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223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0123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186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957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5368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1362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532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5403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0168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7054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0693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185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913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0</Words>
  <Application>Microsoft Office PowerPoint</Application>
  <PresentationFormat>와이드스크린</PresentationFormat>
  <Paragraphs>0</Paragraphs>
  <Slides>62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heeya4170@gmail.com</cp:lastModifiedBy>
  <cp:revision>12</cp:revision>
  <dcterms:created xsi:type="dcterms:W3CDTF">2025-03-29T10:39:11Z</dcterms:created>
  <dcterms:modified xsi:type="dcterms:W3CDTF">2025-07-27T08:21:15Z</dcterms:modified>
</cp:coreProperties>
</file>