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59" r:id="rId4"/>
    <p:sldId id="294" r:id="rId5"/>
    <p:sldId id="295" r:id="rId6"/>
    <p:sldId id="296" r:id="rId7"/>
    <p:sldId id="260" r:id="rId8"/>
    <p:sldId id="261" r:id="rId9"/>
    <p:sldId id="262" r:id="rId10"/>
    <p:sldId id="290" r:id="rId11"/>
    <p:sldId id="293" r:id="rId12"/>
    <p:sldId id="29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EE86DB-5DE2-4BA2-AD3B-A7C002592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-1"/>
            <a:ext cx="4665306" cy="686567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8CF700-5ECC-4F92-A911-4875C8A471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b="1666"/>
          <a:stretch/>
        </p:blipFill>
        <p:spPr>
          <a:xfrm>
            <a:off x="6007100" y="-1"/>
            <a:ext cx="5003800" cy="68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9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9B5D06-9960-4E5B-83D2-D2B4F14CC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64" y="0"/>
            <a:ext cx="9987072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DD45D5B9-7A55-4A44-8926-E09213DC5B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" t="1482" r="51520"/>
          <a:stretch/>
        </p:blipFill>
        <p:spPr>
          <a:xfrm>
            <a:off x="1193800" y="88900"/>
            <a:ext cx="4749220" cy="67564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4C1482C-BC37-4707-A1A7-FEE788D61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349" y="0"/>
            <a:ext cx="4848301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18AF3D-2EAF-4615-9C32-D673D45A23FC}"/>
              </a:ext>
            </a:extLst>
          </p:cNvPr>
          <p:cNvSpPr txBox="1"/>
          <p:nvPr/>
        </p:nvSpPr>
        <p:spPr>
          <a:xfrm>
            <a:off x="25167" y="337217"/>
            <a:ext cx="1317072" cy="209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176E844-92FE-4730-9197-8BFF14A394D9}"/>
              </a:ext>
            </a:extLst>
          </p:cNvPr>
          <p:cNvCxnSpPr>
            <a:cxnSpLocks/>
          </p:cNvCxnSpPr>
          <p:nvPr/>
        </p:nvCxnSpPr>
        <p:spPr>
          <a:xfrm>
            <a:off x="8506436" y="3045204"/>
            <a:ext cx="259219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6549DA3-4AA1-49E7-A789-FBEA86A65282}"/>
              </a:ext>
            </a:extLst>
          </p:cNvPr>
          <p:cNvGrpSpPr/>
          <p:nvPr/>
        </p:nvGrpSpPr>
        <p:grpSpPr>
          <a:xfrm>
            <a:off x="5830432" y="1082180"/>
            <a:ext cx="5268203" cy="2147581"/>
            <a:chOff x="5830432" y="1082180"/>
            <a:chExt cx="5268203" cy="2147581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B90F2DB-66BD-4CF3-BC5B-6AFFD1B9BDFE}"/>
                </a:ext>
              </a:extLst>
            </p:cNvPr>
            <p:cNvCxnSpPr/>
            <p:nvPr/>
          </p:nvCxnSpPr>
          <p:spPr>
            <a:xfrm>
              <a:off x="9009776" y="2709644"/>
              <a:ext cx="20888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B135A23-7E50-46AE-A265-9B6071BD96DC}"/>
                </a:ext>
              </a:extLst>
            </p:cNvPr>
            <p:cNvCxnSpPr>
              <a:cxnSpLocks/>
            </p:cNvCxnSpPr>
            <p:nvPr/>
          </p:nvCxnSpPr>
          <p:spPr>
            <a:xfrm>
              <a:off x="6878972" y="3229761"/>
              <a:ext cx="1266738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연결선: 꺾임 9">
              <a:extLst>
                <a:ext uri="{FF2B5EF4-FFF2-40B4-BE49-F238E27FC236}">
                  <a16:creationId xmlns:a16="http://schemas.microsoft.com/office/drawing/2014/main" id="{37FDBCD9-6A75-4009-8596-7670A7DF678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830432" y="1082180"/>
              <a:ext cx="1305890" cy="122479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9397584-8DCC-447F-B9DB-411230CCAD9A}"/>
              </a:ext>
            </a:extLst>
          </p:cNvPr>
          <p:cNvGrpSpPr/>
          <p:nvPr/>
        </p:nvGrpSpPr>
        <p:grpSpPr>
          <a:xfrm>
            <a:off x="5830433" y="3330430"/>
            <a:ext cx="5175923" cy="1073790"/>
            <a:chOff x="5830433" y="3330430"/>
            <a:chExt cx="5175923" cy="1073790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ABA79320-E152-40BB-B1C7-41C429C2AB5A}"/>
                </a:ext>
              </a:extLst>
            </p:cNvPr>
            <p:cNvCxnSpPr/>
            <p:nvPr/>
          </p:nvCxnSpPr>
          <p:spPr>
            <a:xfrm>
              <a:off x="9227890" y="4236440"/>
              <a:ext cx="1778466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1E60689-78D9-4C4C-A875-F0B67A26306A}"/>
                </a:ext>
              </a:extLst>
            </p:cNvPr>
            <p:cNvCxnSpPr>
              <a:cxnSpLocks/>
            </p:cNvCxnSpPr>
            <p:nvPr/>
          </p:nvCxnSpPr>
          <p:spPr>
            <a:xfrm>
              <a:off x="6878972" y="4404220"/>
              <a:ext cx="956345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연결선: 꺾임 36">
              <a:extLst>
                <a:ext uri="{FF2B5EF4-FFF2-40B4-BE49-F238E27FC236}">
                  <a16:creationId xmlns:a16="http://schemas.microsoft.com/office/drawing/2014/main" id="{10181E62-C2BF-4289-8448-F657AC0621F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830433" y="3330430"/>
              <a:ext cx="1281221" cy="106749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D1711D0-2E5D-4B3F-9F20-F0776181EF82}"/>
              </a:ext>
            </a:extLst>
          </p:cNvPr>
          <p:cNvGrpSpPr/>
          <p:nvPr/>
        </p:nvGrpSpPr>
        <p:grpSpPr>
          <a:xfrm>
            <a:off x="5943023" y="3395444"/>
            <a:ext cx="5063333" cy="2694962"/>
            <a:chOff x="5943023" y="3395444"/>
            <a:chExt cx="5063333" cy="2694962"/>
          </a:xfrm>
        </p:grpSpPr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3C5FBC0-C457-4BFF-8D59-0BC076FDD6C8}"/>
                </a:ext>
              </a:extLst>
            </p:cNvPr>
            <p:cNvCxnSpPr/>
            <p:nvPr/>
          </p:nvCxnSpPr>
          <p:spPr>
            <a:xfrm>
              <a:off x="6878972" y="3395444"/>
              <a:ext cx="4127384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E5A794F-2EC9-46AF-900D-5B2399CD5E86}"/>
                </a:ext>
              </a:extLst>
            </p:cNvPr>
            <p:cNvCxnSpPr>
              <a:cxnSpLocks/>
            </p:cNvCxnSpPr>
            <p:nvPr/>
          </p:nvCxnSpPr>
          <p:spPr>
            <a:xfrm>
              <a:off x="6878972" y="3571613"/>
              <a:ext cx="1400962" cy="0"/>
            </a:xfrm>
            <a:prstGeom prst="line">
              <a:avLst/>
            </a:prstGeom>
            <a:ln w="127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연결선: 꺾임 44">
              <a:extLst>
                <a:ext uri="{FF2B5EF4-FFF2-40B4-BE49-F238E27FC236}">
                  <a16:creationId xmlns:a16="http://schemas.microsoft.com/office/drawing/2014/main" id="{C3C38118-55D2-4B6A-8946-15F71A1BB09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943023" y="5775820"/>
              <a:ext cx="784949" cy="314586"/>
            </a:xfrm>
            <a:prstGeom prst="bentConnector3">
              <a:avLst>
                <a:gd name="adj1" fmla="val 36107"/>
              </a:avLst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D57C59B9-03BB-4444-AABC-ED59A0FF1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7971" y="3395444"/>
              <a:ext cx="0" cy="2380376"/>
            </a:xfrm>
            <a:prstGeom prst="line">
              <a:avLst/>
            </a:prstGeom>
            <a:ln w="31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7C986153-B67C-4BD4-9A05-757893722E96}"/>
                </a:ext>
              </a:extLst>
            </p:cNvPr>
            <p:cNvCxnSpPr/>
            <p:nvPr/>
          </p:nvCxnSpPr>
          <p:spPr>
            <a:xfrm flipH="1">
              <a:off x="6727971" y="3395444"/>
              <a:ext cx="1510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840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8CD91B9-688E-4663-AC13-CF4BC77CC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70" y="15239"/>
            <a:ext cx="4848301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6EC2961-237A-443F-8977-7331F242C0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833" t="21704" r="38333" b="10148"/>
          <a:stretch/>
        </p:blipFill>
        <p:spPr>
          <a:xfrm>
            <a:off x="1266738" y="15239"/>
            <a:ext cx="4789933" cy="684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18B67B-68B2-4FB2-AE24-17CC179D8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70" y="0"/>
            <a:ext cx="484830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ACD1016-8E07-43BF-85DF-8FF673287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19" y="0"/>
            <a:ext cx="4848301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18AF3D-2EAF-4615-9C32-D673D45A23FC}"/>
              </a:ext>
            </a:extLst>
          </p:cNvPr>
          <p:cNvSpPr txBox="1"/>
          <p:nvPr/>
        </p:nvSpPr>
        <p:spPr>
          <a:xfrm>
            <a:off x="25167" y="337217"/>
            <a:ext cx="1317072" cy="209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A74655-138C-402E-B3A1-EAB741496B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0" t="22997" r="792" b="60122"/>
          <a:stretch/>
        </p:blipFill>
        <p:spPr>
          <a:xfrm>
            <a:off x="1696537" y="5794258"/>
            <a:ext cx="4167683" cy="106374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0DC670-8A71-4860-8069-43C84B0E931D}"/>
              </a:ext>
            </a:extLst>
          </p:cNvPr>
          <p:cNvSpPr/>
          <p:nvPr/>
        </p:nvSpPr>
        <p:spPr>
          <a:xfrm>
            <a:off x="1677797" y="5889072"/>
            <a:ext cx="4265223" cy="9689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491AC20-640E-4F06-9CF7-D470B64D19C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811" y="5640249"/>
            <a:ext cx="1367404" cy="4104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04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25E593B-B688-492E-B392-6890974797EB}"/>
              </a:ext>
            </a:extLst>
          </p:cNvPr>
          <p:cNvGrpSpPr/>
          <p:nvPr/>
        </p:nvGrpSpPr>
        <p:grpSpPr>
          <a:xfrm>
            <a:off x="6686550" y="1637560"/>
            <a:ext cx="4538054" cy="4441827"/>
            <a:chOff x="6686550" y="2416173"/>
            <a:chExt cx="4538054" cy="4441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D670E44-524D-43F6-B28C-E9CFE0D21D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820" t="44390" r="792" b="7301"/>
            <a:stretch/>
          </p:blipFill>
          <p:spPr>
            <a:xfrm>
              <a:off x="6686550" y="2416173"/>
              <a:ext cx="4468104" cy="331350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858ED1-D45A-4CF3-AD61-12C1BB058815}"/>
                </a:ext>
              </a:extLst>
            </p:cNvPr>
            <p:cNvSpPr/>
            <p:nvPr/>
          </p:nvSpPr>
          <p:spPr>
            <a:xfrm>
              <a:off x="6686550" y="5662569"/>
              <a:ext cx="4538054" cy="11954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D57CB6A-2210-49A3-AFE8-1312A31CE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6" y="0"/>
            <a:ext cx="4848301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B74A65-B018-42AF-B8A0-532CE965917B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18AF3D-2EAF-4615-9C32-D673D45A23FC}"/>
              </a:ext>
            </a:extLst>
          </p:cNvPr>
          <p:cNvSpPr txBox="1"/>
          <p:nvPr/>
        </p:nvSpPr>
        <p:spPr>
          <a:xfrm>
            <a:off x="25167" y="337217"/>
            <a:ext cx="1317072" cy="209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A2BD60-5549-49AE-AE81-61F59F21C882}"/>
              </a:ext>
            </a:extLst>
          </p:cNvPr>
          <p:cNvSpPr txBox="1"/>
          <p:nvPr/>
        </p:nvSpPr>
        <p:spPr>
          <a:xfrm>
            <a:off x="6756500" y="3120728"/>
            <a:ext cx="42778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11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코흐는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28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살에 결혼한 상태였다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미생물을 본격적으로 연구하기 위해서는 현미경이 필요하다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3F68B-AD60-4D40-A397-AA45FCE045EF}"/>
              </a:ext>
            </a:extLst>
          </p:cNvPr>
          <p:cNvSpPr txBox="1"/>
          <p:nvPr/>
        </p:nvSpPr>
        <p:spPr>
          <a:xfrm>
            <a:off x="6756500" y="4530078"/>
            <a:ext cx="4468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콜레라는 열대지방에서 생기는 병이다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11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코흐는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지금으로부터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년도 더 전에 </a:t>
            </a:r>
            <a:r>
              <a:rPr lang="ko-KR" altLang="en-US" sz="11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투베르쿨린이라는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약을 발명했다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위대한 연구를 한 사람에게는 노벨상이 수여된다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오른쪽 대괄호 13">
            <a:extLst>
              <a:ext uri="{FF2B5EF4-FFF2-40B4-BE49-F238E27FC236}">
                <a16:creationId xmlns:a16="http://schemas.microsoft.com/office/drawing/2014/main" id="{F0C5ABD9-5F63-4620-B25D-33DB0C06CA61}"/>
              </a:ext>
            </a:extLst>
          </p:cNvPr>
          <p:cNvSpPr/>
          <p:nvPr/>
        </p:nvSpPr>
        <p:spPr>
          <a:xfrm>
            <a:off x="5943021" y="1734532"/>
            <a:ext cx="152979" cy="447998"/>
          </a:xfrm>
          <a:prstGeom prst="rightBracke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대괄호 16">
            <a:extLst>
              <a:ext uri="{FF2B5EF4-FFF2-40B4-BE49-F238E27FC236}">
                <a16:creationId xmlns:a16="http://schemas.microsoft.com/office/drawing/2014/main" id="{4D513CD5-FA7D-44C9-8CD5-725CAD13B55A}"/>
              </a:ext>
            </a:extLst>
          </p:cNvPr>
          <p:cNvSpPr/>
          <p:nvPr/>
        </p:nvSpPr>
        <p:spPr>
          <a:xfrm>
            <a:off x="5943021" y="5938887"/>
            <a:ext cx="152979" cy="447998"/>
          </a:xfrm>
          <a:prstGeom prst="rightBracke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AB27177F-8F51-45A9-9240-D0DFA21B0476}"/>
              </a:ext>
            </a:extLst>
          </p:cNvPr>
          <p:cNvCxnSpPr/>
          <p:nvPr/>
        </p:nvCxnSpPr>
        <p:spPr>
          <a:xfrm>
            <a:off x="6096000" y="1970202"/>
            <a:ext cx="590550" cy="445971"/>
          </a:xfrm>
          <a:prstGeom prst="bentConnector3">
            <a:avLst/>
          </a:prstGeom>
          <a:ln>
            <a:solidFill>
              <a:srgbClr val="00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532583A2-5ED7-423F-8F12-3024B7554FE1}"/>
              </a:ext>
            </a:extLst>
          </p:cNvPr>
          <p:cNvCxnSpPr>
            <a:cxnSpLocks/>
          </p:cNvCxnSpPr>
          <p:nvPr/>
        </p:nvCxnSpPr>
        <p:spPr>
          <a:xfrm flipV="1">
            <a:off x="6096000" y="5304945"/>
            <a:ext cx="1377480" cy="841331"/>
          </a:xfrm>
          <a:prstGeom prst="bentConnector3">
            <a:avLst>
              <a:gd name="adj1" fmla="val 99958"/>
            </a:avLst>
          </a:prstGeom>
          <a:ln>
            <a:solidFill>
              <a:srgbClr val="00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A40FDAA1-D455-494D-A1F1-3555D7314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401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1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49F47CA-0276-4A7F-99DF-B0FD12AD3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" t="2038" r="222" b="1851"/>
          <a:stretch/>
        </p:blipFill>
        <p:spPr>
          <a:xfrm>
            <a:off x="1403933" y="0"/>
            <a:ext cx="10175916" cy="68389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AB8B74-12EE-4C59-B723-5FE7A8286893}"/>
              </a:ext>
            </a:extLst>
          </p:cNvPr>
          <p:cNvSpPr/>
          <p:nvPr/>
        </p:nvSpPr>
        <p:spPr>
          <a:xfrm>
            <a:off x="6117148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257F2-CC1F-4FFB-90C7-F8DAAE4770FD}"/>
              </a:ext>
            </a:extLst>
          </p:cNvPr>
          <p:cNvSpPr txBox="1"/>
          <p:nvPr/>
        </p:nvSpPr>
        <p:spPr>
          <a:xfrm>
            <a:off x="25167" y="337217"/>
            <a:ext cx="1317072" cy="209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7337B-FD2E-476C-B1BE-F44959705966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99EAA-DCB3-4203-912F-8130F0A0A421}"/>
              </a:ext>
            </a:extLst>
          </p:cNvPr>
          <p:cNvSpPr txBox="1"/>
          <p:nvPr/>
        </p:nvSpPr>
        <p:spPr>
          <a:xfrm>
            <a:off x="6764205" y="866694"/>
            <a:ext cx="4277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옛 사람들은 비를 중요하게 생각해서 관련된 지혜와 문화를 만들어 왔다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00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8F2FFE4-0A91-4932-8FF3-9E69BAB01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222" r="1687" b="2222"/>
          <a:stretch/>
        </p:blipFill>
        <p:spPr>
          <a:xfrm>
            <a:off x="1367406" y="0"/>
            <a:ext cx="10122948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E0A487-7B1E-4507-A11E-C560DC8EA954}"/>
              </a:ext>
            </a:extLst>
          </p:cNvPr>
          <p:cNvSpPr/>
          <p:nvPr/>
        </p:nvSpPr>
        <p:spPr>
          <a:xfrm>
            <a:off x="6206605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7CCCA-284D-4DB9-9116-91176FE256E0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39A19-027C-498D-B853-DE750271A1A0}"/>
              </a:ext>
            </a:extLst>
          </p:cNvPr>
          <p:cNvSpPr txBox="1"/>
          <p:nvPr/>
        </p:nvSpPr>
        <p:spPr>
          <a:xfrm>
            <a:off x="25167" y="337217"/>
            <a:ext cx="1317072" cy="209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추론하기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BC637CFB-2A36-468C-815F-D842208ADC00}"/>
              </a:ext>
            </a:extLst>
          </p:cNvPr>
          <p:cNvCxnSpPr/>
          <p:nvPr/>
        </p:nvCxnSpPr>
        <p:spPr>
          <a:xfrm rot="10800000" flipV="1">
            <a:off x="6287679" y="1809946"/>
            <a:ext cx="509047" cy="41029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064494-8F5A-4EC6-8055-2BB274564B74}"/>
              </a:ext>
            </a:extLst>
          </p:cNvPr>
          <p:cNvGrpSpPr/>
          <p:nvPr/>
        </p:nvGrpSpPr>
        <p:grpSpPr>
          <a:xfrm>
            <a:off x="1951349" y="2154249"/>
            <a:ext cx="4034047" cy="197962"/>
            <a:chOff x="1951349" y="2154249"/>
            <a:chExt cx="4034047" cy="197962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DBC8E39-C803-4A3E-8687-C54B9CE1A13C}"/>
                </a:ext>
              </a:extLst>
            </p:cNvPr>
            <p:cNvCxnSpPr/>
            <p:nvPr/>
          </p:nvCxnSpPr>
          <p:spPr>
            <a:xfrm>
              <a:off x="3676454" y="2154249"/>
              <a:ext cx="230894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D1047DD-9331-4381-813E-7B49588E9B00}"/>
                </a:ext>
              </a:extLst>
            </p:cNvPr>
            <p:cNvCxnSpPr>
              <a:cxnSpLocks/>
            </p:cNvCxnSpPr>
            <p:nvPr/>
          </p:nvCxnSpPr>
          <p:spPr>
            <a:xfrm>
              <a:off x="1951349" y="2352211"/>
              <a:ext cx="287957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165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EC430C1-5230-48F9-BD42-70E9884027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" t="1044" r="797" b="8029"/>
          <a:stretch/>
        </p:blipFill>
        <p:spPr>
          <a:xfrm>
            <a:off x="1246984" y="12700"/>
            <a:ext cx="10028231" cy="685165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F08C136-01DD-4F73-B09C-BC2D92AE64C6}"/>
              </a:ext>
            </a:extLst>
          </p:cNvPr>
          <p:cNvGrpSpPr/>
          <p:nvPr/>
        </p:nvGrpSpPr>
        <p:grpSpPr>
          <a:xfrm>
            <a:off x="0" y="1"/>
            <a:ext cx="11188700" cy="6464299"/>
            <a:chOff x="0" y="1"/>
            <a:chExt cx="11188700" cy="646429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BDE773-F9B6-4683-A83B-52846EFE833B}"/>
                </a:ext>
              </a:extLst>
            </p:cNvPr>
            <p:cNvSpPr/>
            <p:nvPr/>
          </p:nvSpPr>
          <p:spPr>
            <a:xfrm>
              <a:off x="5918200" y="12700"/>
              <a:ext cx="419100" cy="645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033B956-31ED-4639-A41E-15A8F4A74A95}"/>
                </a:ext>
              </a:extLst>
            </p:cNvPr>
            <p:cNvSpPr/>
            <p:nvPr/>
          </p:nvSpPr>
          <p:spPr>
            <a:xfrm>
              <a:off x="1574800" y="742950"/>
              <a:ext cx="381000" cy="5010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49DF1C-FA83-4DCF-8FCA-8D52C7707453}"/>
                </a:ext>
              </a:extLst>
            </p:cNvPr>
            <p:cNvSpPr/>
            <p:nvPr/>
          </p:nvSpPr>
          <p:spPr>
            <a:xfrm>
              <a:off x="10807700" y="742950"/>
              <a:ext cx="381000" cy="512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33B0B9-101B-419D-A557-077F673CDDA7}"/>
                </a:ext>
              </a:extLst>
            </p:cNvPr>
            <p:cNvSpPr/>
            <p:nvPr/>
          </p:nvSpPr>
          <p:spPr>
            <a:xfrm rot="5400000">
              <a:off x="6089650" y="-3806825"/>
              <a:ext cx="381000" cy="9055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621079-5AF9-47ED-AC72-2C0A1D3F110C}"/>
                </a:ext>
              </a:extLst>
            </p:cNvPr>
            <p:cNvSpPr/>
            <p:nvPr/>
          </p:nvSpPr>
          <p:spPr>
            <a:xfrm>
              <a:off x="0" y="1"/>
              <a:ext cx="2723420" cy="78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BD58ABD-8356-41CC-83A8-57F7C20FAAB6}"/>
              </a:ext>
            </a:extLst>
          </p:cNvPr>
          <p:cNvSpPr/>
          <p:nvPr/>
        </p:nvSpPr>
        <p:spPr>
          <a:xfrm>
            <a:off x="5969000" y="6350"/>
            <a:ext cx="203200" cy="736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7DE26-4DF7-4118-A486-7B26B89B1E94}"/>
              </a:ext>
            </a:extLst>
          </p:cNvPr>
          <p:cNvSpPr txBox="1"/>
          <p:nvPr/>
        </p:nvSpPr>
        <p:spPr>
          <a:xfrm>
            <a:off x="6696802" y="2567205"/>
            <a:ext cx="3920397" cy="89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    봄  은          따   뜻   한          날   씨   에          피   어   난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꽃  에   서         꽃   가    루   가          날   리    기          때   문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       마   </a:t>
            </a:r>
            <a:r>
              <a:rPr lang="ko-KR" altLang="en-US" sz="12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크   가           필   요   하   고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    ~~~~~~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1E36E-78B2-4EB4-8E92-C4B0A379B3A5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확장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468FC-C98A-41DB-B995-4ECD58F1CA9A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서술형 평가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720717D-91D3-4C21-BD96-8E6D26431028}"/>
              </a:ext>
            </a:extLst>
          </p:cNvPr>
          <p:cNvSpPr/>
          <p:nvPr/>
        </p:nvSpPr>
        <p:spPr>
          <a:xfrm>
            <a:off x="6017818" y="3063714"/>
            <a:ext cx="486562" cy="268448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B50CEEBB-1131-4D54-9D7C-114F0D34C2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17" t="8153" r="24999" b="4259"/>
          <a:stretch/>
        </p:blipFill>
        <p:spPr>
          <a:xfrm>
            <a:off x="1559584" y="0"/>
            <a:ext cx="481387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E302C9C7-8CA7-427B-81A5-DE345D77F21F}"/>
              </a:ext>
            </a:extLst>
          </p:cNvPr>
          <p:cNvSpPr/>
          <p:nvPr/>
        </p:nvSpPr>
        <p:spPr>
          <a:xfrm rot="10800000">
            <a:off x="8659486" y="4783726"/>
            <a:ext cx="333511" cy="429032"/>
          </a:xfrm>
          <a:prstGeom prst="downArrow">
            <a:avLst/>
          </a:prstGeom>
          <a:solidFill>
            <a:srgbClr val="D3A9CA"/>
          </a:solidFill>
          <a:ln>
            <a:solidFill>
              <a:srgbClr val="D3A9CA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3842C5E-7615-4B6F-9FEB-0FD567AA3389}"/>
              </a:ext>
            </a:extLst>
          </p:cNvPr>
          <p:cNvGrpSpPr/>
          <p:nvPr/>
        </p:nvGrpSpPr>
        <p:grpSpPr>
          <a:xfrm>
            <a:off x="1559584" y="0"/>
            <a:ext cx="9966729" cy="6858000"/>
            <a:chOff x="1559584" y="0"/>
            <a:chExt cx="9966729" cy="6858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33E12FC-ACD8-4384-879B-EA6E283809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0521" t="8333" r="25705" b="5371"/>
            <a:stretch/>
          </p:blipFill>
          <p:spPr>
            <a:xfrm>
              <a:off x="1559584" y="0"/>
              <a:ext cx="4849294" cy="685800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E40D75C-0D2D-44B9-A76C-CF6229EFFB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0833" t="8704" r="25125" b="4634"/>
            <a:stretch/>
          </p:blipFill>
          <p:spPr>
            <a:xfrm>
              <a:off x="6737151" y="0"/>
              <a:ext cx="4789162" cy="6858000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231219D-6DB4-4D3E-AF6D-147920AF8E63}"/>
              </a:ext>
            </a:extLst>
          </p:cNvPr>
          <p:cNvSpPr txBox="1"/>
          <p:nvPr/>
        </p:nvSpPr>
        <p:spPr>
          <a:xfrm>
            <a:off x="25167" y="890774"/>
            <a:ext cx="1577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학년</a:t>
            </a:r>
            <a:r>
              <a:rPr lang="en-US" altLang="ko-KR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16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2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4FCE79-9B3A-4AB4-8FB7-F5913030F6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17" t="10323" r="25312" b="6880"/>
          <a:stretch/>
        </p:blipFill>
        <p:spPr>
          <a:xfrm>
            <a:off x="1547351" y="0"/>
            <a:ext cx="5046395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FD89D3-7572-4027-AC1D-678E659942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08" t="8415" r="25476" b="3703"/>
          <a:stretch/>
        </p:blipFill>
        <p:spPr>
          <a:xfrm>
            <a:off x="6848135" y="0"/>
            <a:ext cx="4777808" cy="68827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C9E02E-6ED5-451F-BFDE-03C1CF3C6F75}"/>
              </a:ext>
            </a:extLst>
          </p:cNvPr>
          <p:cNvSpPr/>
          <p:nvPr/>
        </p:nvSpPr>
        <p:spPr>
          <a:xfrm>
            <a:off x="1714500" y="2717800"/>
            <a:ext cx="2565400" cy="622300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947C7F-124B-4AF0-B7FA-78A0302B2D97}"/>
              </a:ext>
            </a:extLst>
          </p:cNvPr>
          <p:cNvSpPr/>
          <p:nvPr/>
        </p:nvSpPr>
        <p:spPr>
          <a:xfrm>
            <a:off x="6997700" y="2743200"/>
            <a:ext cx="2336800" cy="85090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29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4189146-60C0-4C01-9D65-68FE60BC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0"/>
            <a:ext cx="4665306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FD03889-8197-4004-AE48-1382BCD39D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" t="-158" r="1401" b="1429"/>
          <a:stretch/>
        </p:blipFill>
        <p:spPr>
          <a:xfrm>
            <a:off x="6007100" y="0"/>
            <a:ext cx="5068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9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250</Words>
  <Application>Microsoft Office PowerPoint</Application>
  <PresentationFormat>와이드스크린</PresentationFormat>
  <Paragraphs>61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27</cp:revision>
  <dcterms:created xsi:type="dcterms:W3CDTF">2025-03-29T10:39:11Z</dcterms:created>
  <dcterms:modified xsi:type="dcterms:W3CDTF">2025-08-15T03:21:17Z</dcterms:modified>
</cp:coreProperties>
</file>