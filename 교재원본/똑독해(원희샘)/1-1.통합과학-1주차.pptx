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57" r:id="rId3"/>
    <p:sldId id="258" r:id="rId4"/>
    <p:sldId id="259" r:id="rId5"/>
    <p:sldId id="286" r:id="rId6"/>
    <p:sldId id="287" r:id="rId7"/>
    <p:sldId id="288" r:id="rId8"/>
    <p:sldId id="260" r:id="rId9"/>
    <p:sldId id="261" r:id="rId10"/>
    <p:sldId id="290" r:id="rId11"/>
    <p:sldId id="291" r:id="rId12"/>
    <p:sldId id="262" r:id="rId13"/>
    <p:sldId id="28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  <a:srgbClr val="FF6600"/>
    <a:srgbClr val="D3A9CA"/>
    <a:srgbClr val="FFFC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9442A-9111-4038-8A99-8E5B32914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F9819B-F1B6-47CB-8EB1-9EC8169A7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DA5F72-CD68-4DF7-86B8-9235F688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57959B-D110-44AF-8DB2-7445D65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5C2EDD-AD85-4A15-8EF5-6D719D89B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30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A93D2A-053C-4B33-AF27-D22FB1AA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476427-366A-4FEE-BACA-B997ED5AA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7CCF7-6C8A-4A88-817B-07608B220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18E016-88E4-4D6B-AE28-AC5B83998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B82ED9-3153-4929-943D-EEC4BFA0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37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48979-839A-4385-BC48-3F5317C7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D6181D-43A5-4457-A5B6-D5B88E54B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523B04-4BB6-426D-9B9A-4FD0E6B3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BF2FEB-020D-4F96-A0DC-5FA1822C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D8891-7C3F-4337-B48E-1BDA4F67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12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165AB9-1305-4967-8EA6-0607E5ED2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2D11B-3CDE-44E5-AEC2-66856072B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0765DD-D18F-45B8-B2A0-6F76B611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16934F-D4FB-409C-BB96-5885499E9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22555F-0C03-497B-BAA5-FAE5093A4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3B5AD8-7B30-4391-B198-03BCC438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0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4520F-7DFC-4CFC-B62A-B0D36CA9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3CF1D5-BD91-4E4E-B983-7EAD936CD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3189E39-7A3D-493E-B30C-B7FC335A0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4DB9D5-C70C-4E2F-9FAA-84AF5D16B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953F2C4-9EB1-4F5A-83F9-CA4DD602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E3E461-72BD-4BD2-AE6F-E34EFB95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D654C72-81C5-4520-A906-80961B93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713ACB-5B20-499A-AB5C-202A138C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6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3B977-6EE3-4563-829D-5285623F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AD39CC-890D-4937-ABA4-9EED1E5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CDA1B2-9F89-4A2A-AC57-385A97E7C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C867E8-23C6-4DA8-9ED8-1414E635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84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9A1C78-88BD-44BF-9641-6862336C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5093BE-9872-4C08-81A3-DFE560B6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F7F954-70D0-4E8B-B90C-1FEFD94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E1CAA-EAB8-4349-AA92-927D77BB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C0FDFD-4711-4BEC-B410-F9DEDFB9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64F8FC-2A3C-4E80-9762-0CD4249EF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746DA-2982-4C95-A472-63A33364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C1B344-E38B-4C43-ADFC-F6AD4634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DEF0E-B203-4980-A691-936B5723B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78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6DDAE-234E-4CCD-AA9F-E6D01995A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FFEEAE-F6C4-4CAD-885A-6178F7A66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CE299D-9832-4F04-BA15-03EFB8973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44DB11-BA2E-4E4F-BAEF-40AED185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7DD827-E358-4616-8BD6-77B2F690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3B7D1-7FB8-4980-BC22-27C0D7926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37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157073-0A52-48AE-9C35-0D9D63BC9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D5D47F-39B2-42AE-BE02-9795D0376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A02DC-2D8F-45C7-87FB-89A5FF4F9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87FE16-77BA-4A35-83E8-CF3E8E1E2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E12D4-D838-494B-8A68-C2017351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96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6B2707-8214-4E2F-8A56-E668692EE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99E193-9CD9-4F27-87B9-7C95BC350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7F0026-E67D-496F-BE0D-109371A8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89D423-D0A5-4F3F-BA78-BB816376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5B2ED-6BC8-4FBA-9F03-04E84DB2C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983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233AED-C62E-43F7-914E-AA54A23A3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F56D44-F0EA-4254-82E6-C55669E18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329D43-8656-4BC3-BAF4-37F4752DE3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BDE2-9230-449C-8F80-1D8E3EAD970E}" type="datetimeFigureOut">
              <a:rPr lang="ko-KR" altLang="en-US" smtClean="0"/>
              <a:t>2025-08-08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9A8AFD-856E-4C51-93DC-BEB05AD16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272362-AC1C-4B8C-8B8B-397349BA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9B66A-48DD-40FF-92ED-D514230022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05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CC5B60-3EC8-402B-9171-362B51DF6B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" t="1482" r="54324" b="6482"/>
          <a:stretch/>
        </p:blipFill>
        <p:spPr>
          <a:xfrm>
            <a:off x="6367806" y="273050"/>
            <a:ext cx="4615074" cy="6311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4FB603D-2835-4AEB-ABA4-7FC0B0F1A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20" y="0"/>
            <a:ext cx="46150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894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CC5B60-3EC8-402B-9171-362B51DF6B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461" b="1666"/>
          <a:stretch/>
        </p:blipFill>
        <p:spPr>
          <a:xfrm>
            <a:off x="6007100" y="-1"/>
            <a:ext cx="5270500" cy="68594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A2DDECC-DEA7-4BA9-B978-CF3A35B0C09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" r="638"/>
          <a:stretch/>
        </p:blipFill>
        <p:spPr>
          <a:xfrm>
            <a:off x="914399" y="0"/>
            <a:ext cx="46613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22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8028637-4E98-4DE9-8249-EFBABA147F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" t="1" r="526" b="926"/>
          <a:stretch/>
        </p:blipFill>
        <p:spPr>
          <a:xfrm>
            <a:off x="1104900" y="0"/>
            <a:ext cx="1004985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998071C-D9F4-4934-A02C-7A5652FA99AB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09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14C05E-54DD-4F62-894C-5B0C77681C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" t="740" r="50273" b="1297"/>
          <a:stretch/>
        </p:blipFill>
        <p:spPr>
          <a:xfrm>
            <a:off x="1093881" y="0"/>
            <a:ext cx="5002119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43021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93F80D9-CD3F-4CC7-AF73-697E6D9F2F04}"/>
              </a:ext>
            </a:extLst>
          </p:cNvPr>
          <p:cNvCxnSpPr>
            <a:cxnSpLocks/>
          </p:cNvCxnSpPr>
          <p:nvPr/>
        </p:nvCxnSpPr>
        <p:spPr>
          <a:xfrm>
            <a:off x="1451295" y="4597167"/>
            <a:ext cx="312070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A2D7593-5B13-4C28-8C4A-98FD522370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9" t="15903" r="1673" b="44465"/>
          <a:stretch/>
        </p:blipFill>
        <p:spPr>
          <a:xfrm>
            <a:off x="6614460" y="3976382"/>
            <a:ext cx="4563611" cy="2718034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469CB0B6-A4A2-4DB2-A5C0-475C27E296FE}"/>
              </a:ext>
            </a:extLst>
          </p:cNvPr>
          <p:cNvSpPr/>
          <p:nvPr/>
        </p:nvSpPr>
        <p:spPr>
          <a:xfrm>
            <a:off x="5930084" y="5117284"/>
            <a:ext cx="486562" cy="268448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5300EF31-B829-4E41-9237-ADBFE412071D}"/>
              </a:ext>
            </a:extLst>
          </p:cNvPr>
          <p:cNvSpPr/>
          <p:nvPr/>
        </p:nvSpPr>
        <p:spPr>
          <a:xfrm>
            <a:off x="6522181" y="4152550"/>
            <a:ext cx="167780" cy="1510019"/>
          </a:xfrm>
          <a:prstGeom prst="lef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EC42F-9A82-419A-8FE8-EF4C7D87950B}"/>
              </a:ext>
            </a:extLst>
          </p:cNvPr>
          <p:cNvSpPr txBox="1"/>
          <p:nvPr/>
        </p:nvSpPr>
        <p:spPr>
          <a:xfrm>
            <a:off x="6853805" y="3714772"/>
            <a:ext cx="4084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흥미를 유발하는 도입부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요약 시 삭제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1C6CB05-49A2-40BA-A4B9-708DEB202424}"/>
              </a:ext>
            </a:extLst>
          </p:cNvPr>
          <p:cNvSpPr/>
          <p:nvPr/>
        </p:nvSpPr>
        <p:spPr>
          <a:xfrm>
            <a:off x="5930084" y="1971413"/>
            <a:ext cx="486562" cy="268448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4CEFDA-14EB-45CB-8705-108FAFCF444D}"/>
              </a:ext>
            </a:extLst>
          </p:cNvPr>
          <p:cNvSpPr txBox="1"/>
          <p:nvPr/>
        </p:nvSpPr>
        <p:spPr>
          <a:xfrm>
            <a:off x="6819790" y="1407059"/>
            <a:ext cx="40849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나열 구조 익히기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수직 구조로 변형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01A5AD-9FCC-4F96-A5D6-89BFF5F15B5E}"/>
              </a:ext>
            </a:extLst>
          </p:cNvPr>
          <p:cNvGrpSpPr/>
          <p:nvPr/>
        </p:nvGrpSpPr>
        <p:grpSpPr>
          <a:xfrm>
            <a:off x="6819790" y="1914971"/>
            <a:ext cx="3272165" cy="1024117"/>
            <a:chOff x="7013197" y="1513455"/>
            <a:chExt cx="3886260" cy="1045587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6E25D92-5D18-4C03-9860-DA3B409897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3758" y="2031955"/>
              <a:ext cx="2" cy="40167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A7DF48BB-1107-4691-8796-FDD4FE215739}"/>
                </a:ext>
              </a:extLst>
            </p:cNvPr>
            <p:cNvCxnSpPr>
              <a:cxnSpLocks/>
            </p:cNvCxnSpPr>
            <p:nvPr/>
          </p:nvCxnSpPr>
          <p:spPr>
            <a:xfrm>
              <a:off x="10256292" y="2031955"/>
              <a:ext cx="0" cy="40167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FE457B5-C253-40CC-865D-CAB2CB36902F}"/>
                </a:ext>
              </a:extLst>
            </p:cNvPr>
            <p:cNvSpPr/>
            <p:nvPr/>
          </p:nvSpPr>
          <p:spPr>
            <a:xfrm>
              <a:off x="8166792" y="1513455"/>
              <a:ext cx="1511300" cy="2794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4DA7768-BB3C-4B91-9C54-F16EDAAAE97C}"/>
                </a:ext>
              </a:extLst>
            </p:cNvPr>
            <p:cNvSpPr/>
            <p:nvPr/>
          </p:nvSpPr>
          <p:spPr>
            <a:xfrm>
              <a:off x="7024799" y="2279642"/>
              <a:ext cx="1388555" cy="2794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69C4E69-6DC5-40BB-8B7C-CD55810386D6}"/>
                </a:ext>
              </a:extLst>
            </p:cNvPr>
            <p:cNvSpPr/>
            <p:nvPr/>
          </p:nvSpPr>
          <p:spPr>
            <a:xfrm>
              <a:off x="9407148" y="2279642"/>
              <a:ext cx="1492309" cy="2794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41B771-D181-44A9-888C-84D9F76EE0C2}"/>
                </a:ext>
              </a:extLst>
            </p:cNvPr>
            <p:cNvSpPr txBox="1"/>
            <p:nvPr/>
          </p:nvSpPr>
          <p:spPr>
            <a:xfrm>
              <a:off x="7013197" y="2300040"/>
              <a:ext cx="1400158" cy="251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식물의 자기 보호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6D6E74-E4A8-4F94-BB6C-445761891AA2}"/>
                </a:ext>
              </a:extLst>
            </p:cNvPr>
            <p:cNvSpPr txBox="1"/>
            <p:nvPr/>
          </p:nvSpPr>
          <p:spPr>
            <a:xfrm>
              <a:off x="9407148" y="2284281"/>
              <a:ext cx="1492309" cy="26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동물의 자기 보호</a:t>
              </a:r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114127D-FA50-4DF4-B653-7ADA3A691BEB}"/>
                </a:ext>
              </a:extLst>
            </p:cNvPr>
            <p:cNvCxnSpPr/>
            <p:nvPr/>
          </p:nvCxnSpPr>
          <p:spPr>
            <a:xfrm>
              <a:off x="8922442" y="1803054"/>
              <a:ext cx="0" cy="22890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ED42D78-CFFA-4BC1-BDD7-8E87CD59C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3761" y="2031955"/>
              <a:ext cx="2642531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6BD73A2-5298-49E2-B7D9-13E569841ED6}"/>
                </a:ext>
              </a:extLst>
            </p:cNvPr>
            <p:cNvSpPr txBox="1"/>
            <p:nvPr/>
          </p:nvSpPr>
          <p:spPr>
            <a:xfrm>
              <a:off x="8162718" y="1528253"/>
              <a:ext cx="1475430" cy="251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동식물의 자기 보호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10A3E143-6F83-4FA0-97C3-881E200BD29F}"/>
              </a:ext>
            </a:extLst>
          </p:cNvPr>
          <p:cNvSpPr txBox="1"/>
          <p:nvPr/>
        </p:nvSpPr>
        <p:spPr>
          <a:xfrm>
            <a:off x="10793366" y="1961001"/>
            <a:ext cx="1334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 ①</a:t>
            </a: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B15050B8-C9A7-41B9-A386-AB0BD5E1C3F9}"/>
              </a:ext>
            </a:extLst>
          </p:cNvPr>
          <p:cNvSpPr/>
          <p:nvPr/>
        </p:nvSpPr>
        <p:spPr>
          <a:xfrm>
            <a:off x="10334304" y="1971413"/>
            <a:ext cx="486562" cy="268448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485FBA9-978F-406C-8EAD-C8B7EEDE0A9F}"/>
              </a:ext>
            </a:extLst>
          </p:cNvPr>
          <p:cNvSpPr txBox="1"/>
          <p:nvPr/>
        </p:nvSpPr>
        <p:spPr>
          <a:xfrm>
            <a:off x="10793366" y="3643103"/>
            <a:ext cx="1334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 ②</a:t>
            </a:r>
          </a:p>
        </p:txBody>
      </p:sp>
      <p:sp>
        <p:nvSpPr>
          <p:cNvPr id="51" name="화살표: 오른쪽 50">
            <a:extLst>
              <a:ext uri="{FF2B5EF4-FFF2-40B4-BE49-F238E27FC236}">
                <a16:creationId xmlns:a16="http://schemas.microsoft.com/office/drawing/2014/main" id="{2BA9433C-5DA7-4980-8A52-F9991E0BE4ED}"/>
              </a:ext>
            </a:extLst>
          </p:cNvPr>
          <p:cNvSpPr/>
          <p:nvPr/>
        </p:nvSpPr>
        <p:spPr>
          <a:xfrm>
            <a:off x="10334304" y="3657600"/>
            <a:ext cx="486562" cy="268448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40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C2158B-4749-4CAB-893A-80190C1C1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571" y="0"/>
            <a:ext cx="4848301" cy="6858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FE29A79-D28A-4F11-BEBE-038C571BF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049" y="0"/>
            <a:ext cx="48483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9C18E2-5510-4006-BEA5-B66D3165E8E3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7A22E-9616-45D4-9956-61891FEDAB41}"/>
              </a:ext>
            </a:extLst>
          </p:cNvPr>
          <p:cNvSpPr txBox="1"/>
          <p:nvPr/>
        </p:nvSpPr>
        <p:spPr>
          <a:xfrm>
            <a:off x="25167" y="337217"/>
            <a:ext cx="1317072" cy="184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ko-KR" altLang="en-US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999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8842748-AAD0-4DD0-9E91-5928F7C6C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99" y="0"/>
            <a:ext cx="4848301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685C8A5-2451-40D6-93C3-E9F3B6301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049" y="0"/>
            <a:ext cx="4848301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580CAB-0DCC-471D-B5CB-1FDEE4887578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E09CF-45AA-42EC-87B4-DD8AAA16DA83}"/>
              </a:ext>
            </a:extLst>
          </p:cNvPr>
          <p:cNvSpPr txBox="1"/>
          <p:nvPr/>
        </p:nvSpPr>
        <p:spPr>
          <a:xfrm>
            <a:off x="25167" y="337217"/>
            <a:ext cx="1317072" cy="184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삭제 부분 체크</a:t>
            </a:r>
            <a:endParaRPr lang="ko-KR" altLang="en-US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5728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414C05E-54DD-4F62-894C-5B0C77681C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16" t="2606" r="760" b="1297"/>
          <a:stretch/>
        </p:blipFill>
        <p:spPr>
          <a:xfrm>
            <a:off x="6299200" y="130629"/>
            <a:ext cx="4854809" cy="672737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B19A9A8-2924-428D-BDEF-356775D9FC3C}"/>
              </a:ext>
            </a:extLst>
          </p:cNvPr>
          <p:cNvSpPr/>
          <p:nvPr/>
        </p:nvSpPr>
        <p:spPr>
          <a:xfrm>
            <a:off x="5918200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38731C-319E-4AEF-81BD-025B1B9ED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99" y="0"/>
            <a:ext cx="4848301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456913-B778-4AA1-920D-CCD91A204B8D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이해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65A1D8-62A4-4334-8B32-BABD9A346D0E}"/>
              </a:ext>
            </a:extLst>
          </p:cNvPr>
          <p:cNvSpPr txBox="1"/>
          <p:nvPr/>
        </p:nvSpPr>
        <p:spPr>
          <a:xfrm>
            <a:off x="25167" y="337217"/>
            <a:ext cx="1317072" cy="184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 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ko-KR" altLang="en-US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67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C7D501-3719-4524-B408-934E8F9ADF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" r="566" b="1112"/>
          <a:stretch/>
        </p:blipFill>
        <p:spPr>
          <a:xfrm>
            <a:off x="1342239" y="19050"/>
            <a:ext cx="10020300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2AB8B74-12EE-4C59-B723-5FE7A8286893}"/>
              </a:ext>
            </a:extLst>
          </p:cNvPr>
          <p:cNvSpPr/>
          <p:nvPr/>
        </p:nvSpPr>
        <p:spPr>
          <a:xfrm>
            <a:off x="6117148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257F2-CC1F-4FFB-90C7-F8DAAE4770FD}"/>
              </a:ext>
            </a:extLst>
          </p:cNvPr>
          <p:cNvSpPr txBox="1"/>
          <p:nvPr/>
        </p:nvSpPr>
        <p:spPr>
          <a:xfrm>
            <a:off x="25167" y="337217"/>
            <a:ext cx="1317072" cy="184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7337B-FD2E-476C-B1BE-F44959705966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풀이</a:t>
            </a:r>
          </a:p>
        </p:txBody>
      </p:sp>
    </p:spTree>
    <p:extLst>
      <p:ext uri="{BB962C8B-B14F-4D97-AF65-F5344CB8AC3E}">
        <p14:creationId xmlns:p14="http://schemas.microsoft.com/office/powerpoint/2010/main" val="2942004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4F8377-7777-4F5C-A98F-64A79BA519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" t="555" r="835" b="1111"/>
          <a:stretch/>
        </p:blipFill>
        <p:spPr>
          <a:xfrm>
            <a:off x="1277390" y="19050"/>
            <a:ext cx="10043619" cy="68199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0E0A487-7B1E-4507-A11E-C560DC8EA954}"/>
              </a:ext>
            </a:extLst>
          </p:cNvPr>
          <p:cNvSpPr/>
          <p:nvPr/>
        </p:nvSpPr>
        <p:spPr>
          <a:xfrm>
            <a:off x="6079605" y="0"/>
            <a:ext cx="381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7CCCA-284D-4DB9-9116-91176FE256E0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풀이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C39A19-027C-498D-B853-DE750271A1A0}"/>
              </a:ext>
            </a:extLst>
          </p:cNvPr>
          <p:cNvSpPr txBox="1"/>
          <p:nvPr/>
        </p:nvSpPr>
        <p:spPr>
          <a:xfrm>
            <a:off x="25167" y="337217"/>
            <a:ext cx="1317072" cy="1845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지문 분석하기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문단 구분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 문장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___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중심어  </a:t>
            </a: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 하위 개념어 △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1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└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문단 제목</a:t>
            </a:r>
            <a:endParaRPr lang="en-US" altLang="ko-KR" sz="11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165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FB3F264-7F3F-4429-8F58-348FD523C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407" y="0"/>
            <a:ext cx="4848301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D0831A7-4ECA-41D9-A860-BB7A2806A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223" y="0"/>
            <a:ext cx="484830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33D3A-9E23-429B-9064-ED46328F7BFD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rgbClr val="D3A9CA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스스로 과제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F2991FA-A49D-4F0D-A88B-7CFC3D105EB6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accent6">
                    <a:lumMod val="50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 확장하며 구조화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850B918-D339-431B-8439-EE4967B26978}"/>
              </a:ext>
            </a:extLst>
          </p:cNvPr>
          <p:cNvGrpSpPr/>
          <p:nvPr/>
        </p:nvGrpSpPr>
        <p:grpSpPr>
          <a:xfrm>
            <a:off x="6890514" y="1136941"/>
            <a:ext cx="4191344" cy="3435059"/>
            <a:chOff x="6890514" y="1136941"/>
            <a:chExt cx="4191344" cy="3435059"/>
          </a:xfrm>
        </p:grpSpPr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1A194127-BEB4-4D36-8E1F-A2EC6B593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76" y="2391863"/>
              <a:ext cx="2" cy="40167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8605D0D0-757D-41C0-93D4-85E2452B99F7}"/>
                </a:ext>
              </a:extLst>
            </p:cNvPr>
            <p:cNvCxnSpPr>
              <a:cxnSpLocks/>
            </p:cNvCxnSpPr>
            <p:nvPr/>
          </p:nvCxnSpPr>
          <p:spPr>
            <a:xfrm>
              <a:off x="10133610" y="2391863"/>
              <a:ext cx="0" cy="7466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D804FD8-5471-4EBB-9BCB-018D4A59942F}"/>
                </a:ext>
              </a:extLst>
            </p:cNvPr>
            <p:cNvSpPr/>
            <p:nvPr/>
          </p:nvSpPr>
          <p:spPr>
            <a:xfrm>
              <a:off x="8044110" y="1136941"/>
              <a:ext cx="1511300" cy="27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69CE7D1-1226-4555-BA3B-436946678803}"/>
                </a:ext>
              </a:extLst>
            </p:cNvPr>
            <p:cNvSpPr/>
            <p:nvPr/>
          </p:nvSpPr>
          <p:spPr>
            <a:xfrm>
              <a:off x="6902117" y="2639550"/>
              <a:ext cx="1388555" cy="27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AECF797-4CB4-4527-8C3E-28BD6F117100}"/>
                </a:ext>
              </a:extLst>
            </p:cNvPr>
            <p:cNvSpPr/>
            <p:nvPr/>
          </p:nvSpPr>
          <p:spPr>
            <a:xfrm>
              <a:off x="9284466" y="2639550"/>
              <a:ext cx="1797389" cy="27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60B120D-EE89-4BC8-870B-2AD0DBA2EF29}"/>
                </a:ext>
              </a:extLst>
            </p:cNvPr>
            <p:cNvSpPr/>
            <p:nvPr/>
          </p:nvSpPr>
          <p:spPr>
            <a:xfrm>
              <a:off x="6902117" y="3141701"/>
              <a:ext cx="588959" cy="27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E684E66-FCE9-481C-BF6E-821DCEC2B0AF}"/>
                </a:ext>
              </a:extLst>
            </p:cNvPr>
            <p:cNvSpPr/>
            <p:nvPr/>
          </p:nvSpPr>
          <p:spPr>
            <a:xfrm>
              <a:off x="9284467" y="3141701"/>
              <a:ext cx="522263" cy="27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898898-597E-4FE7-BCBC-CFB8C5D55DBD}"/>
                </a:ext>
              </a:extLst>
            </p:cNvPr>
            <p:cNvSpPr txBox="1"/>
            <p:nvPr/>
          </p:nvSpPr>
          <p:spPr>
            <a:xfrm>
              <a:off x="6890514" y="2659948"/>
              <a:ext cx="14923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기온이 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0 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℃ 이하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고체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4DE24AB-5137-4100-873A-3BEBA44145FA}"/>
                </a:ext>
              </a:extLst>
            </p:cNvPr>
            <p:cNvSpPr txBox="1"/>
            <p:nvPr/>
          </p:nvSpPr>
          <p:spPr>
            <a:xfrm>
              <a:off x="9284466" y="2644189"/>
              <a:ext cx="17973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기온이 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0 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℃ 이상</a:t>
              </a: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/ 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액체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66E269-532A-44A4-9CCD-B5DE15F0890A}"/>
                </a:ext>
              </a:extLst>
            </p:cNvPr>
            <p:cNvSpPr txBox="1"/>
            <p:nvPr/>
          </p:nvSpPr>
          <p:spPr>
            <a:xfrm>
              <a:off x="9326535" y="3147529"/>
              <a:ext cx="48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이슬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54AE2FC-654D-4A92-9FAB-3E89C68A9130}"/>
                </a:ext>
              </a:extLst>
            </p:cNvPr>
            <p:cNvSpPr/>
            <p:nvPr/>
          </p:nvSpPr>
          <p:spPr>
            <a:xfrm>
              <a:off x="9905252" y="3141701"/>
              <a:ext cx="522263" cy="27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DB616AF-DF26-42FB-9981-FC17F163C888}"/>
                </a:ext>
              </a:extLst>
            </p:cNvPr>
            <p:cNvSpPr txBox="1"/>
            <p:nvPr/>
          </p:nvSpPr>
          <p:spPr>
            <a:xfrm>
              <a:off x="9947320" y="3147529"/>
              <a:ext cx="48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안개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74F8437-DB89-4089-BB97-9D7BD8CD0CEE}"/>
                </a:ext>
              </a:extLst>
            </p:cNvPr>
            <p:cNvSpPr/>
            <p:nvPr/>
          </p:nvSpPr>
          <p:spPr>
            <a:xfrm>
              <a:off x="10559593" y="3141701"/>
              <a:ext cx="522263" cy="27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E1C997-120C-448C-BD9F-E674BB1AA6DD}"/>
                </a:ext>
              </a:extLst>
            </p:cNvPr>
            <p:cNvSpPr txBox="1"/>
            <p:nvPr/>
          </p:nvSpPr>
          <p:spPr>
            <a:xfrm>
              <a:off x="10601661" y="3147529"/>
              <a:ext cx="48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구름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0E79950-937E-4950-9C17-B68B230E4981}"/>
                </a:ext>
              </a:extLst>
            </p:cNvPr>
            <p:cNvSpPr/>
            <p:nvPr/>
          </p:nvSpPr>
          <p:spPr>
            <a:xfrm>
              <a:off x="8044110" y="1645242"/>
              <a:ext cx="1511300" cy="51072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C28BAC4-50F3-47A2-A962-AA4F929866BB}"/>
                </a:ext>
              </a:extLst>
            </p:cNvPr>
            <p:cNvSpPr txBox="1"/>
            <p:nvPr/>
          </p:nvSpPr>
          <p:spPr>
            <a:xfrm>
              <a:off x="6935672" y="3147529"/>
              <a:ext cx="48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서리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B90D4A0-6C90-4E90-8778-44D1488F2633}"/>
                </a:ext>
              </a:extLst>
            </p:cNvPr>
            <p:cNvSpPr/>
            <p:nvPr/>
          </p:nvSpPr>
          <p:spPr>
            <a:xfrm>
              <a:off x="6903207" y="3423709"/>
              <a:ext cx="587869" cy="1148291"/>
            </a:xfrm>
            <a:prstGeom prst="rect">
              <a:avLst/>
            </a:prstGeom>
            <a:solidFill>
              <a:srgbClr val="FFFCF3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DA015AA2-8D1D-44F8-82A5-DF4498E9F2C0}"/>
                </a:ext>
              </a:extLst>
            </p:cNvPr>
            <p:cNvCxnSpPr>
              <a:stCxn id="4" idx="2"/>
              <a:endCxn id="22" idx="0"/>
            </p:cNvCxnSpPr>
            <p:nvPr/>
          </p:nvCxnSpPr>
          <p:spPr>
            <a:xfrm>
              <a:off x="8799760" y="1416341"/>
              <a:ext cx="0" cy="22890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31725924-C91F-409A-A0B0-465AF7A3096F}"/>
                </a:ext>
              </a:extLst>
            </p:cNvPr>
            <p:cNvCxnSpPr/>
            <p:nvPr/>
          </p:nvCxnSpPr>
          <p:spPr>
            <a:xfrm>
              <a:off x="9554769" y="2909582"/>
              <a:ext cx="0" cy="22890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5DAFC5EE-4614-494F-8794-88F5D151B368}"/>
                </a:ext>
              </a:extLst>
            </p:cNvPr>
            <p:cNvCxnSpPr/>
            <p:nvPr/>
          </p:nvCxnSpPr>
          <p:spPr>
            <a:xfrm>
              <a:off x="10762784" y="2909582"/>
              <a:ext cx="0" cy="22890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AD021197-3CB5-4B57-96A0-BCC045C11226}"/>
                </a:ext>
              </a:extLst>
            </p:cNvPr>
            <p:cNvCxnSpPr/>
            <p:nvPr/>
          </p:nvCxnSpPr>
          <p:spPr>
            <a:xfrm>
              <a:off x="8799760" y="2162962"/>
              <a:ext cx="0" cy="22890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E2F40EF-5C91-4544-A05A-00AFEAA991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079" y="2391863"/>
              <a:ext cx="2642531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BC09EF5-5441-4DA6-832C-9CA42B87EBF0}"/>
                </a:ext>
              </a:extLst>
            </p:cNvPr>
            <p:cNvSpPr/>
            <p:nvPr/>
          </p:nvSpPr>
          <p:spPr>
            <a:xfrm>
              <a:off x="9285681" y="3423709"/>
              <a:ext cx="521050" cy="1148291"/>
            </a:xfrm>
            <a:prstGeom prst="rect">
              <a:avLst/>
            </a:prstGeom>
            <a:solidFill>
              <a:srgbClr val="FFFCF3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7B07E7DE-C529-4EF4-BB9A-EA3FD8AAD2BF}"/>
                </a:ext>
              </a:extLst>
            </p:cNvPr>
            <p:cNvSpPr/>
            <p:nvPr/>
          </p:nvSpPr>
          <p:spPr>
            <a:xfrm>
              <a:off x="9906467" y="3423709"/>
              <a:ext cx="521050" cy="1148291"/>
            </a:xfrm>
            <a:prstGeom prst="rect">
              <a:avLst/>
            </a:prstGeom>
            <a:solidFill>
              <a:srgbClr val="FFFCF3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DFED6D8-08B2-4C70-96E2-5BC9B48F8B9C}"/>
                </a:ext>
              </a:extLst>
            </p:cNvPr>
            <p:cNvSpPr/>
            <p:nvPr/>
          </p:nvSpPr>
          <p:spPr>
            <a:xfrm>
              <a:off x="10560808" y="3423709"/>
              <a:ext cx="521050" cy="1148291"/>
            </a:xfrm>
            <a:prstGeom prst="rect">
              <a:avLst/>
            </a:prstGeom>
            <a:solidFill>
              <a:srgbClr val="FFFCF3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D8DB733A-8DDF-46C6-BE0F-0FF42E784605}"/>
                </a:ext>
              </a:extLst>
            </p:cNvPr>
            <p:cNvCxnSpPr/>
            <p:nvPr/>
          </p:nvCxnSpPr>
          <p:spPr>
            <a:xfrm>
              <a:off x="7205851" y="2909582"/>
              <a:ext cx="0" cy="22890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3647430-56EB-4798-A2DE-15F1F053F6ED}"/>
                </a:ext>
              </a:extLst>
            </p:cNvPr>
            <p:cNvSpPr/>
            <p:nvPr/>
          </p:nvSpPr>
          <p:spPr>
            <a:xfrm>
              <a:off x="7682294" y="3141701"/>
              <a:ext cx="588959" cy="2794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54CBFED-0201-426A-A033-4A7A21EFBD37}"/>
                </a:ext>
              </a:extLst>
            </p:cNvPr>
            <p:cNvSpPr txBox="1"/>
            <p:nvPr/>
          </p:nvSpPr>
          <p:spPr>
            <a:xfrm>
              <a:off x="7732627" y="3147529"/>
              <a:ext cx="48019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성에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305EEA5-D6AF-470F-AD6E-72B75C4BFCCE}"/>
                </a:ext>
              </a:extLst>
            </p:cNvPr>
            <p:cNvSpPr/>
            <p:nvPr/>
          </p:nvSpPr>
          <p:spPr>
            <a:xfrm>
              <a:off x="7683384" y="3423709"/>
              <a:ext cx="587869" cy="1148291"/>
            </a:xfrm>
            <a:prstGeom prst="rect">
              <a:avLst/>
            </a:prstGeom>
            <a:solidFill>
              <a:srgbClr val="FFFCF3"/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B8DF3F2F-FC83-4C06-B891-25568E5F8245}"/>
                </a:ext>
              </a:extLst>
            </p:cNvPr>
            <p:cNvCxnSpPr/>
            <p:nvPr/>
          </p:nvCxnSpPr>
          <p:spPr>
            <a:xfrm>
              <a:off x="7969249" y="2909582"/>
              <a:ext cx="0" cy="228901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642E5A5-87B2-49B2-ACCD-748BFCAEB02D}"/>
                </a:ext>
              </a:extLst>
            </p:cNvPr>
            <p:cNvSpPr txBox="1"/>
            <p:nvPr/>
          </p:nvSpPr>
          <p:spPr>
            <a:xfrm>
              <a:off x="8044110" y="1655264"/>
              <a:ext cx="1268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공통점 </a:t>
              </a:r>
              <a:r>
                <a:rPr lang="en-US" altLang="ko-KR" sz="12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: </a:t>
              </a:r>
              <a:endPara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E302C9C7-8CA7-427B-81A5-DE345D77F21F}"/>
              </a:ext>
            </a:extLst>
          </p:cNvPr>
          <p:cNvSpPr/>
          <p:nvPr/>
        </p:nvSpPr>
        <p:spPr>
          <a:xfrm rot="10800000">
            <a:off x="8659486" y="4783726"/>
            <a:ext cx="333511" cy="429032"/>
          </a:xfrm>
          <a:prstGeom prst="downArrow">
            <a:avLst/>
          </a:prstGeom>
          <a:solidFill>
            <a:srgbClr val="D3A9CA"/>
          </a:solidFill>
          <a:ln>
            <a:solidFill>
              <a:srgbClr val="D3A9CA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2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C3E9DD9-8E6F-4AD4-97CA-CA4A87966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748" y="0"/>
            <a:ext cx="4848301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42F4724-A11D-4366-81C7-45850A1B0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574" y="0"/>
            <a:ext cx="4848301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220DA0-71AE-420C-A79B-485E5963E7B7}"/>
              </a:ext>
            </a:extLst>
          </p:cNvPr>
          <p:cNvSpPr txBox="1"/>
          <p:nvPr/>
        </p:nvSpPr>
        <p:spPr>
          <a:xfrm>
            <a:off x="0" y="0"/>
            <a:ext cx="1407223" cy="369332"/>
          </a:xfrm>
          <a:prstGeom prst="rect">
            <a:avLst/>
          </a:prstGeom>
          <a:solidFill>
            <a:srgbClr val="D3A9CA"/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스스로 과제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49C178-D56B-4766-AE12-52636E31686A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 삭제하며 구조화</a:t>
            </a:r>
          </a:p>
        </p:txBody>
      </p:sp>
    </p:spTree>
    <p:extLst>
      <p:ext uri="{BB962C8B-B14F-4D97-AF65-F5344CB8AC3E}">
        <p14:creationId xmlns:p14="http://schemas.microsoft.com/office/powerpoint/2010/main" val="2722092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F08C136-01DD-4F73-B09C-BC2D92AE64C6}"/>
              </a:ext>
            </a:extLst>
          </p:cNvPr>
          <p:cNvGrpSpPr/>
          <p:nvPr/>
        </p:nvGrpSpPr>
        <p:grpSpPr>
          <a:xfrm>
            <a:off x="0" y="1"/>
            <a:ext cx="11188700" cy="6857999"/>
            <a:chOff x="0" y="1"/>
            <a:chExt cx="11188700" cy="685799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A66BDED-4A49-491F-974E-F0B60E46EB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2" t="186" r="23" b="4629"/>
            <a:stretch/>
          </p:blipFill>
          <p:spPr>
            <a:xfrm>
              <a:off x="1081884" y="12700"/>
              <a:ext cx="10028231" cy="6845300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EBDE773-F9B6-4683-A83B-52846EFE833B}"/>
                </a:ext>
              </a:extLst>
            </p:cNvPr>
            <p:cNvSpPr/>
            <p:nvPr/>
          </p:nvSpPr>
          <p:spPr>
            <a:xfrm>
              <a:off x="5918200" y="12700"/>
              <a:ext cx="419100" cy="6451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033B956-31ED-4639-A41E-15A8F4A74A95}"/>
                </a:ext>
              </a:extLst>
            </p:cNvPr>
            <p:cNvSpPr/>
            <p:nvPr/>
          </p:nvSpPr>
          <p:spPr>
            <a:xfrm>
              <a:off x="1574800" y="742950"/>
              <a:ext cx="381000" cy="5010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649DF1C-FA83-4DCF-8FCA-8D52C7707453}"/>
                </a:ext>
              </a:extLst>
            </p:cNvPr>
            <p:cNvSpPr/>
            <p:nvPr/>
          </p:nvSpPr>
          <p:spPr>
            <a:xfrm>
              <a:off x="10807700" y="742950"/>
              <a:ext cx="381000" cy="5124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033B0B9-101B-419D-A557-077F673CDDA7}"/>
                </a:ext>
              </a:extLst>
            </p:cNvPr>
            <p:cNvSpPr/>
            <p:nvPr/>
          </p:nvSpPr>
          <p:spPr>
            <a:xfrm rot="5400000">
              <a:off x="6089650" y="-3806825"/>
              <a:ext cx="381000" cy="9055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9621079-5AF9-47ED-AC72-2C0A1D3F110C}"/>
                </a:ext>
              </a:extLst>
            </p:cNvPr>
            <p:cNvSpPr/>
            <p:nvPr/>
          </p:nvSpPr>
          <p:spPr>
            <a:xfrm>
              <a:off x="0" y="1"/>
              <a:ext cx="2723420" cy="787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1BD58ABD-8356-41CC-83A8-57F7C20FAAB6}"/>
              </a:ext>
            </a:extLst>
          </p:cNvPr>
          <p:cNvSpPr/>
          <p:nvPr/>
        </p:nvSpPr>
        <p:spPr>
          <a:xfrm>
            <a:off x="5969000" y="6350"/>
            <a:ext cx="203200" cy="736600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7DE26-4DF7-4118-A486-7B26B89B1E94}"/>
              </a:ext>
            </a:extLst>
          </p:cNvPr>
          <p:cNvSpPr txBox="1"/>
          <p:nvPr/>
        </p:nvSpPr>
        <p:spPr>
          <a:xfrm>
            <a:off x="6591300" y="2484799"/>
            <a:ext cx="3852994" cy="896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√   생   태   계   의         생   물   요   소   는           하   는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  할   에         따   라         생   산   자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     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   비   자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   해   자  로         구   분   한   다   </a:t>
            </a:r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    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   산   자   는</a:t>
            </a:r>
            <a:endParaRPr lang="en-US" altLang="ko-KR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B1E36E-78B2-4EB4-8E92-C4B0A379B3A5}"/>
              </a:ext>
            </a:extLst>
          </p:cNvPr>
          <p:cNvSpPr txBox="1"/>
          <p:nvPr/>
        </p:nvSpPr>
        <p:spPr>
          <a:xfrm>
            <a:off x="0" y="0"/>
            <a:ext cx="1241571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똑똑한 확장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468FC-C98A-41DB-B995-4ECD58F1CA9A}"/>
              </a:ext>
            </a:extLst>
          </p:cNvPr>
          <p:cNvSpPr txBox="1"/>
          <p:nvPr/>
        </p:nvSpPr>
        <p:spPr>
          <a:xfrm>
            <a:off x="25167" y="446274"/>
            <a:ext cx="1577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서술형 평가 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047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8EE86DB-5DE2-4BA2-AD3B-A7C002592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-1"/>
            <a:ext cx="4665306" cy="686567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58CF700-5ECC-4F92-A911-4875C8A471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9" b="1666"/>
          <a:stretch/>
        </p:blipFill>
        <p:spPr>
          <a:xfrm>
            <a:off x="6007100" y="-1"/>
            <a:ext cx="5003800" cy="686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98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233</Words>
  <Application>Microsoft Office PowerPoint</Application>
  <PresentationFormat>와이드스크린</PresentationFormat>
  <Paragraphs>64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나눔스퀘어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heeya4170@gmail.com</cp:lastModifiedBy>
  <cp:revision>18</cp:revision>
  <dcterms:created xsi:type="dcterms:W3CDTF">2025-03-29T10:39:11Z</dcterms:created>
  <dcterms:modified xsi:type="dcterms:W3CDTF">2025-08-07T15:53:23Z</dcterms:modified>
</cp:coreProperties>
</file>