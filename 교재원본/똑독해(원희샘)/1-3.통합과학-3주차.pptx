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59" r:id="rId4"/>
    <p:sldId id="298" r:id="rId5"/>
    <p:sldId id="299" r:id="rId6"/>
    <p:sldId id="295" r:id="rId7"/>
    <p:sldId id="300" r:id="rId8"/>
    <p:sldId id="260" r:id="rId9"/>
    <p:sldId id="261" r:id="rId10"/>
    <p:sldId id="262" r:id="rId11"/>
    <p:sldId id="290" r:id="rId12"/>
    <p:sldId id="293" r:id="rId13"/>
    <p:sldId id="29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>
        <p:scale>
          <a:sx n="125" d="100"/>
          <a:sy n="125" d="100"/>
        </p:scale>
        <p:origin x="-2964" y="-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026A92-7AEA-43CE-B01C-8A0A5C9602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0" b="1652"/>
          <a:stretch/>
        </p:blipFill>
        <p:spPr>
          <a:xfrm>
            <a:off x="6013474" y="-2"/>
            <a:ext cx="4997426" cy="6858001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0E6C4F-20A9-4BB1-9992-A7F192BD08B4}"/>
              </a:ext>
            </a:extLst>
          </p:cNvPr>
          <p:cNvGrpSpPr/>
          <p:nvPr/>
        </p:nvGrpSpPr>
        <p:grpSpPr>
          <a:xfrm>
            <a:off x="914400" y="0"/>
            <a:ext cx="4664279" cy="6857999"/>
            <a:chOff x="914400" y="-35828"/>
            <a:chExt cx="4664279" cy="685799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6A8157A-3727-4FA5-B475-D7140E5E5C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" b="10307"/>
            <a:stretch/>
          </p:blipFill>
          <p:spPr>
            <a:xfrm>
              <a:off x="914400" y="671120"/>
              <a:ext cx="4664279" cy="615105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A7529D0-0B16-438E-B523-4ED842D164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86" t="43548" b="37003"/>
            <a:stretch/>
          </p:blipFill>
          <p:spPr>
            <a:xfrm>
              <a:off x="1228987" y="5083728"/>
              <a:ext cx="4036132" cy="133385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2423133-0E50-44C9-9F56-0868F51FA6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0" t="74127" r="1412" b="14618"/>
            <a:stretch/>
          </p:blipFill>
          <p:spPr>
            <a:xfrm>
              <a:off x="914400" y="440421"/>
              <a:ext cx="4311035" cy="78856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5465E7B-0BC5-46EF-AF39-B1516A60EC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0" t="74127" r="79903" b="14618"/>
            <a:stretch/>
          </p:blipFill>
          <p:spPr>
            <a:xfrm>
              <a:off x="5025912" y="440421"/>
              <a:ext cx="552767" cy="788566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6E9C731-4A55-4715-951A-F4B4C40F8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0" t="74127" r="79903" b="14618"/>
            <a:stretch/>
          </p:blipFill>
          <p:spPr>
            <a:xfrm>
              <a:off x="914400" y="-35828"/>
              <a:ext cx="4664279" cy="4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9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84D0BDA-25F2-4C1A-AB5C-77A3B0CBF1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 t="1250" r="232" b="1111"/>
          <a:stretch/>
        </p:blipFill>
        <p:spPr>
          <a:xfrm>
            <a:off x="1102464" y="0"/>
            <a:ext cx="10087013" cy="68579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5B6438-BBE6-4AB6-8A26-0C6D34A5284B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12178A-1F2D-4911-8B68-DD0B8D25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626" y="-1"/>
            <a:ext cx="4807574" cy="680039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D075BD-719E-45EB-BCFC-8E18B5B6B5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" t="1481" r="49402" b="1296"/>
          <a:stretch/>
        </p:blipFill>
        <p:spPr>
          <a:xfrm>
            <a:off x="1280668" y="88900"/>
            <a:ext cx="4969666" cy="66675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507E8-FB75-45D9-979D-58B77C57FDA4}"/>
              </a:ext>
            </a:extLst>
          </p:cNvPr>
          <p:cNvSpPr/>
          <p:nvPr/>
        </p:nvSpPr>
        <p:spPr>
          <a:xfrm>
            <a:off x="1417739" y="2994870"/>
            <a:ext cx="4969666" cy="376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5CE376-38E7-4433-B117-8115A363C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048" y="0"/>
            <a:ext cx="4848301" cy="68580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6CA245-CCBC-4795-A2CA-38B71366D5CA}"/>
              </a:ext>
            </a:extLst>
          </p:cNvPr>
          <p:cNvGrpSpPr/>
          <p:nvPr/>
        </p:nvGrpSpPr>
        <p:grpSpPr>
          <a:xfrm>
            <a:off x="5606378" y="2122311"/>
            <a:ext cx="1270354" cy="3251200"/>
            <a:chOff x="5606378" y="2122311"/>
            <a:chExt cx="1270354" cy="3251200"/>
          </a:xfrm>
        </p:grpSpPr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93C827FB-6F19-43A7-BA4D-B0AC448461A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407511" y="3321178"/>
              <a:ext cx="3239911" cy="84217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C8442B8-2172-4729-AF74-8EF4BD21949A}"/>
                </a:ext>
              </a:extLst>
            </p:cNvPr>
            <p:cNvCxnSpPr/>
            <p:nvPr/>
          </p:nvCxnSpPr>
          <p:spPr>
            <a:xfrm>
              <a:off x="6448554" y="5373511"/>
              <a:ext cx="428178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840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A4AE159-9442-41C0-A55A-0949B2E3C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139" y="0"/>
            <a:ext cx="4848301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D075BD-719E-45EB-BCFC-8E18B5B6B5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" t="1481" r="49402" b="1296"/>
          <a:stretch/>
        </p:blipFill>
        <p:spPr>
          <a:xfrm>
            <a:off x="1293343" y="101600"/>
            <a:ext cx="4969666" cy="66675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507E8-FB75-45D9-979D-58B77C57FDA4}"/>
              </a:ext>
            </a:extLst>
          </p:cNvPr>
          <p:cNvSpPr/>
          <p:nvPr/>
        </p:nvSpPr>
        <p:spPr>
          <a:xfrm>
            <a:off x="1384692" y="612396"/>
            <a:ext cx="4969666" cy="2197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D152D4-2869-406F-988E-B63E4EFBC407}"/>
              </a:ext>
            </a:extLst>
          </p:cNvPr>
          <p:cNvSpPr/>
          <p:nvPr/>
        </p:nvSpPr>
        <p:spPr>
          <a:xfrm>
            <a:off x="1417739" y="4555222"/>
            <a:ext cx="4969666" cy="2197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EA550DB-D524-4231-A4F0-81E902AD60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78131" y="2794350"/>
            <a:ext cx="773867" cy="772318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왼쪽 대괄호 19">
            <a:extLst>
              <a:ext uri="{FF2B5EF4-FFF2-40B4-BE49-F238E27FC236}">
                <a16:creationId xmlns:a16="http://schemas.microsoft.com/office/drawing/2014/main" id="{E6A13DF9-578F-4CA3-83E0-E1EB8E618672}"/>
              </a:ext>
            </a:extLst>
          </p:cNvPr>
          <p:cNvSpPr/>
          <p:nvPr/>
        </p:nvSpPr>
        <p:spPr>
          <a:xfrm>
            <a:off x="6751997" y="2483556"/>
            <a:ext cx="173626" cy="530577"/>
          </a:xfrm>
          <a:prstGeom prst="leftBracke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8297A7-6103-46F1-8EBF-F6706EB5C772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90856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638A0C-BD82-493C-9B5E-D2DFB824C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07" y="0"/>
            <a:ext cx="4848301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D075BD-719E-45EB-BCFC-8E18B5B6B5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" t="1481" r="49402" b="1296"/>
          <a:stretch/>
        </p:blipFill>
        <p:spPr>
          <a:xfrm>
            <a:off x="1293343" y="101600"/>
            <a:ext cx="4969666" cy="66675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507E8-FB75-45D9-979D-58B77C57FDA4}"/>
              </a:ext>
            </a:extLst>
          </p:cNvPr>
          <p:cNvSpPr/>
          <p:nvPr/>
        </p:nvSpPr>
        <p:spPr>
          <a:xfrm>
            <a:off x="1417739" y="620785"/>
            <a:ext cx="4969666" cy="376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</a:t>
            </a:r>
            <a:endParaRPr lang="ko-KR" altLang="en-US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91CB7F27-BFD1-49D7-9870-E4471040D4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37090" y="4777102"/>
            <a:ext cx="932776" cy="798603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49A7D146-38A7-4F3C-9FDF-BC052BC5C0CA}"/>
              </a:ext>
            </a:extLst>
          </p:cNvPr>
          <p:cNvSpPr/>
          <p:nvPr/>
        </p:nvSpPr>
        <p:spPr>
          <a:xfrm>
            <a:off x="6869866" y="2968978"/>
            <a:ext cx="152979" cy="772318"/>
          </a:xfrm>
          <a:prstGeom prst="leftBracke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3FDC962-996F-493A-BDC2-0D084B13947D}"/>
              </a:ext>
            </a:extLst>
          </p:cNvPr>
          <p:cNvCxnSpPr/>
          <p:nvPr/>
        </p:nvCxnSpPr>
        <p:spPr>
          <a:xfrm flipV="1">
            <a:off x="6869866" y="3741296"/>
            <a:ext cx="0" cy="1035807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A8748BE-A0CA-4661-BA28-90B29CADCBE8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360543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0F53B37-54BC-4542-A47D-FEDA03A5B4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78" t="1481" r="173" b="1296"/>
          <a:stretch/>
        </p:blipFill>
        <p:spPr>
          <a:xfrm>
            <a:off x="6345888" y="101600"/>
            <a:ext cx="4848301" cy="6667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7B33BA-5A72-4B79-9C93-96B1A40B7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587" y="0"/>
            <a:ext cx="4848301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6345888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7CF2EC-1A79-48A6-BC0E-C64A3DB0B561}"/>
              </a:ext>
            </a:extLst>
          </p:cNvPr>
          <p:cNvSpPr/>
          <p:nvPr/>
        </p:nvSpPr>
        <p:spPr>
          <a:xfrm>
            <a:off x="6536388" y="3448050"/>
            <a:ext cx="4969666" cy="332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EF39FDC-3F88-4BD5-811E-FC0D5870E864}"/>
              </a:ext>
            </a:extLst>
          </p:cNvPr>
          <p:cNvSpPr/>
          <p:nvPr/>
        </p:nvSpPr>
        <p:spPr>
          <a:xfrm>
            <a:off x="6258661" y="2622903"/>
            <a:ext cx="486562" cy="26844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8F81C-AA3D-45BA-9D45-C4E2226B8A30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266404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F2E052-F24E-49FC-A720-6FD4704E4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13" y="0"/>
            <a:ext cx="4848301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F53B37-54BC-4542-A47D-FEDA03A5B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78" t="1481" r="173" b="1296"/>
          <a:stretch/>
        </p:blipFill>
        <p:spPr>
          <a:xfrm>
            <a:off x="6345888" y="101600"/>
            <a:ext cx="4848301" cy="66675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6345888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7CF2EC-1A79-48A6-BC0E-C64A3DB0B561}"/>
              </a:ext>
            </a:extLst>
          </p:cNvPr>
          <p:cNvSpPr/>
          <p:nvPr/>
        </p:nvSpPr>
        <p:spPr>
          <a:xfrm>
            <a:off x="6536388" y="1485900"/>
            <a:ext cx="4969666" cy="2066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6227B2D-F70C-48A7-87D2-AAFBE72CB492}"/>
              </a:ext>
            </a:extLst>
          </p:cNvPr>
          <p:cNvSpPr/>
          <p:nvPr/>
        </p:nvSpPr>
        <p:spPr>
          <a:xfrm>
            <a:off x="6271095" y="4937125"/>
            <a:ext cx="486562" cy="26844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53F2E-57C6-45F6-A4EB-DA058663F10F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237945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142959-7EC6-4022-9B81-641EAB7C30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" t="2190" r="804" b="1806"/>
          <a:stretch/>
        </p:blipFill>
        <p:spPr>
          <a:xfrm>
            <a:off x="1303265" y="8286"/>
            <a:ext cx="10276584" cy="68398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AB8B74-12EE-4C59-B723-5FE7A8286893}"/>
              </a:ext>
            </a:extLst>
          </p:cNvPr>
          <p:cNvSpPr/>
          <p:nvPr/>
        </p:nvSpPr>
        <p:spPr>
          <a:xfrm>
            <a:off x="6117148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7337B-FD2E-476C-B1BE-F44959705966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1DFB73-CBF5-480B-84B8-FEF30822DB91}"/>
              </a:ext>
            </a:extLst>
          </p:cNvPr>
          <p:cNvSpPr/>
          <p:nvPr/>
        </p:nvSpPr>
        <p:spPr>
          <a:xfrm>
            <a:off x="1478473" y="628650"/>
            <a:ext cx="381000" cy="5886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66A1B-3386-436F-BF1C-728A9A39A539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294200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2A2C31-4749-444F-8BEC-68C14BD0D4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" t="2638" r="482" b="1666"/>
          <a:stretch/>
        </p:blipFill>
        <p:spPr>
          <a:xfrm>
            <a:off x="1367406" y="-1"/>
            <a:ext cx="10192438" cy="68579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E0A487-7B1E-4507-A11E-C560DC8EA954}"/>
              </a:ext>
            </a:extLst>
          </p:cNvPr>
          <p:cNvSpPr/>
          <p:nvPr/>
        </p:nvSpPr>
        <p:spPr>
          <a:xfrm>
            <a:off x="6096000" y="0"/>
            <a:ext cx="476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7CCCA-284D-4DB9-9116-91176FE256E0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219DD2-A7E7-4F4C-8ADE-88A97773BE4E}"/>
              </a:ext>
            </a:extLst>
          </p:cNvPr>
          <p:cNvSpPr/>
          <p:nvPr/>
        </p:nvSpPr>
        <p:spPr>
          <a:xfrm>
            <a:off x="1257300" y="600076"/>
            <a:ext cx="476250" cy="600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39A57-60BC-4661-8C4F-9A8C3E799485}"/>
              </a:ext>
            </a:extLst>
          </p:cNvPr>
          <p:cNvSpPr txBox="1"/>
          <p:nvPr/>
        </p:nvSpPr>
        <p:spPr>
          <a:xfrm>
            <a:off x="25167" y="337217"/>
            <a:ext cx="1317072" cy="23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</a:p>
        </p:txBody>
      </p:sp>
    </p:spTree>
    <p:extLst>
      <p:ext uri="{BB962C8B-B14F-4D97-AF65-F5344CB8AC3E}">
        <p14:creationId xmlns:p14="http://schemas.microsoft.com/office/powerpoint/2010/main" val="317165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B19A274-3C44-4401-AEAC-0B66A0CD0D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" t="1945" r="1028" b="2361"/>
          <a:stretch/>
        </p:blipFill>
        <p:spPr>
          <a:xfrm>
            <a:off x="1261344" y="12700"/>
            <a:ext cx="10028231" cy="685800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F08C136-01DD-4F73-B09C-BC2D92AE64C6}"/>
              </a:ext>
            </a:extLst>
          </p:cNvPr>
          <p:cNvGrpSpPr/>
          <p:nvPr/>
        </p:nvGrpSpPr>
        <p:grpSpPr>
          <a:xfrm>
            <a:off x="0" y="1"/>
            <a:ext cx="11188700" cy="6464299"/>
            <a:chOff x="0" y="1"/>
            <a:chExt cx="11188700" cy="646429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BDE773-F9B6-4683-A83B-52846EFE833B}"/>
                </a:ext>
              </a:extLst>
            </p:cNvPr>
            <p:cNvSpPr/>
            <p:nvPr/>
          </p:nvSpPr>
          <p:spPr>
            <a:xfrm>
              <a:off x="5918200" y="12700"/>
              <a:ext cx="419100" cy="645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033B956-31ED-4639-A41E-15A8F4A74A95}"/>
                </a:ext>
              </a:extLst>
            </p:cNvPr>
            <p:cNvSpPr/>
            <p:nvPr/>
          </p:nvSpPr>
          <p:spPr>
            <a:xfrm>
              <a:off x="1574800" y="742950"/>
              <a:ext cx="381000" cy="5010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49DF1C-FA83-4DCF-8FCA-8D52C7707453}"/>
                </a:ext>
              </a:extLst>
            </p:cNvPr>
            <p:cNvSpPr/>
            <p:nvPr/>
          </p:nvSpPr>
          <p:spPr>
            <a:xfrm>
              <a:off x="10807700" y="742950"/>
              <a:ext cx="381000" cy="512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33B0B9-101B-419D-A557-077F673CDDA7}"/>
                </a:ext>
              </a:extLst>
            </p:cNvPr>
            <p:cNvSpPr/>
            <p:nvPr/>
          </p:nvSpPr>
          <p:spPr>
            <a:xfrm rot="5400000">
              <a:off x="6089650" y="-3806825"/>
              <a:ext cx="381000" cy="9055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621079-5AF9-47ED-AC72-2C0A1D3F110C}"/>
                </a:ext>
              </a:extLst>
            </p:cNvPr>
            <p:cNvSpPr/>
            <p:nvPr/>
          </p:nvSpPr>
          <p:spPr>
            <a:xfrm>
              <a:off x="0" y="1"/>
              <a:ext cx="2723420" cy="78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BD58ABD-8356-41CC-83A8-57F7C20FAAB6}"/>
              </a:ext>
            </a:extLst>
          </p:cNvPr>
          <p:cNvSpPr/>
          <p:nvPr/>
        </p:nvSpPr>
        <p:spPr>
          <a:xfrm>
            <a:off x="5969000" y="6350"/>
            <a:ext cx="203200" cy="736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7DE26-4DF7-4118-A486-7B26B89B1E94}"/>
              </a:ext>
            </a:extLst>
          </p:cNvPr>
          <p:cNvSpPr txBox="1"/>
          <p:nvPr/>
        </p:nvSpPr>
        <p:spPr>
          <a:xfrm>
            <a:off x="6695841" y="2492592"/>
            <a:ext cx="3920397" cy="117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    잎   은           잎   몸   과          잎    자   루   로        이   루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   지   고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  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잎  몸   에   는            잎   맥    과       기   공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     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습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니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다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 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   이       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~~~~~~~~~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달  리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     물   은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1E36E-78B2-4EB4-8E92-C4B0A379B3A5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확장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468FC-C98A-41DB-B995-4ECD58F1CA9A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서술형 평가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20717D-91D3-4C21-BD96-8E6D26431028}"/>
              </a:ext>
            </a:extLst>
          </p:cNvPr>
          <p:cNvSpPr/>
          <p:nvPr/>
        </p:nvSpPr>
        <p:spPr>
          <a:xfrm>
            <a:off x="6017818" y="3063714"/>
            <a:ext cx="486562" cy="26844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B50CEEBB-1131-4D54-9D7C-114F0D34C2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17" t="8153" r="24999" b="4259"/>
          <a:stretch/>
        </p:blipFill>
        <p:spPr>
          <a:xfrm>
            <a:off x="1559584" y="0"/>
            <a:ext cx="481387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31219D-6DB4-4D3E-AF6D-147920AF8E63}"/>
              </a:ext>
            </a:extLst>
          </p:cNvPr>
          <p:cNvSpPr txBox="1"/>
          <p:nvPr/>
        </p:nvSpPr>
        <p:spPr>
          <a:xfrm>
            <a:off x="25167" y="890774"/>
            <a:ext cx="1577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학년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16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8D3CE7-73D7-4E58-A33D-94C5E1D8ED1E}"/>
              </a:ext>
            </a:extLst>
          </p:cNvPr>
          <p:cNvSpPr/>
          <p:nvPr/>
        </p:nvSpPr>
        <p:spPr>
          <a:xfrm>
            <a:off x="3530600" y="3676650"/>
            <a:ext cx="2565400" cy="885824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2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A4BB47-8623-4140-B264-D5348E7633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12" t="9655" r="25344" b="4168"/>
          <a:stretch/>
        </p:blipFill>
        <p:spPr>
          <a:xfrm>
            <a:off x="1661272" y="114300"/>
            <a:ext cx="4777808" cy="6743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FD89D3-7572-4027-AC1D-678E659942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08" t="8415" r="25476" b="3703"/>
          <a:stretch/>
        </p:blipFill>
        <p:spPr>
          <a:xfrm>
            <a:off x="6848135" y="0"/>
            <a:ext cx="4777808" cy="68827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C9E02E-6ED5-451F-BFDE-03C1CF3C6F75}"/>
              </a:ext>
            </a:extLst>
          </p:cNvPr>
          <p:cNvSpPr/>
          <p:nvPr/>
        </p:nvSpPr>
        <p:spPr>
          <a:xfrm>
            <a:off x="1714500" y="2717799"/>
            <a:ext cx="2565400" cy="930275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947C7F-124B-4AF0-B7FA-78A0302B2D97}"/>
              </a:ext>
            </a:extLst>
          </p:cNvPr>
          <p:cNvSpPr/>
          <p:nvPr/>
        </p:nvSpPr>
        <p:spPr>
          <a:xfrm>
            <a:off x="6997700" y="3619500"/>
            <a:ext cx="2336800" cy="8509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29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3C843A-D102-4B8E-BE82-4E45B67FB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0"/>
            <a:ext cx="5089154" cy="6858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CF86BC-0DE4-4CED-8117-79ED4DAD3B56}"/>
              </a:ext>
            </a:extLst>
          </p:cNvPr>
          <p:cNvGrpSpPr/>
          <p:nvPr/>
        </p:nvGrpSpPr>
        <p:grpSpPr>
          <a:xfrm>
            <a:off x="904875" y="-9526"/>
            <a:ext cx="4657725" cy="6867525"/>
            <a:chOff x="904875" y="-9526"/>
            <a:chExt cx="4657725" cy="686752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BDE49F1-D3EF-4E0F-9682-70BE14719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694" r="367"/>
            <a:stretch/>
          </p:blipFill>
          <p:spPr>
            <a:xfrm>
              <a:off x="914400" y="4162424"/>
              <a:ext cx="4648200" cy="269557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C5913DC-0D87-4060-8DEB-876C750BC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13" r="367" b="58194"/>
            <a:stretch/>
          </p:blipFill>
          <p:spPr>
            <a:xfrm>
              <a:off x="914399" y="1543050"/>
              <a:ext cx="4648200" cy="26193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B3F5B8E-93EA-4698-847C-59A44D66A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1" t="61806" r="7738" b="14305"/>
            <a:stretch/>
          </p:blipFill>
          <p:spPr>
            <a:xfrm>
              <a:off x="1285874" y="390526"/>
              <a:ext cx="4276726" cy="163829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11D2B04-3D96-4649-AFB4-7DD695683D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1" t="61806" r="86751" b="14304"/>
            <a:stretch/>
          </p:blipFill>
          <p:spPr>
            <a:xfrm>
              <a:off x="904875" y="390526"/>
              <a:ext cx="590550" cy="163829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BF62F8-B0AE-48A5-BD44-99139950D0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694" r="367" b="35000"/>
            <a:stretch/>
          </p:blipFill>
          <p:spPr>
            <a:xfrm>
              <a:off x="914400" y="-9526"/>
              <a:ext cx="4648200" cy="400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29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301</Words>
  <Application>Microsoft Office PowerPoint</Application>
  <PresentationFormat>와이드스크린</PresentationFormat>
  <Paragraphs>82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31</cp:revision>
  <dcterms:created xsi:type="dcterms:W3CDTF">2025-03-29T10:39:11Z</dcterms:created>
  <dcterms:modified xsi:type="dcterms:W3CDTF">2025-08-15T23:52:32Z</dcterms:modified>
</cp:coreProperties>
</file>