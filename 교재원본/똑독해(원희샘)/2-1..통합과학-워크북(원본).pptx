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57" r:id="rId3"/>
    <p:sldId id="258" r:id="rId4"/>
    <p:sldId id="259" r:id="rId5"/>
    <p:sldId id="260" r:id="rId6"/>
    <p:sldId id="261" r:id="rId7"/>
    <p:sldId id="262" r:id="rId8"/>
    <p:sldId id="283" r:id="rId9"/>
    <p:sldId id="269" r:id="rId10"/>
    <p:sldId id="264" r:id="rId11"/>
    <p:sldId id="265" r:id="rId12"/>
    <p:sldId id="266" r:id="rId13"/>
    <p:sldId id="267" r:id="rId14"/>
    <p:sldId id="284" r:id="rId15"/>
    <p:sldId id="270" r:id="rId16"/>
    <p:sldId id="271" r:id="rId17"/>
    <p:sldId id="272" r:id="rId18"/>
    <p:sldId id="273" r:id="rId19"/>
    <p:sldId id="274" r:id="rId20"/>
    <p:sldId id="28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  <a:srgbClr val="FF6600"/>
    <a:srgbClr val="D3A9CA"/>
    <a:srgbClr val="FFF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9442A-9111-4038-8A99-8E5B32914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F9819B-F1B6-47CB-8EB1-9EC8169A7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A5F72-CD68-4DF7-86B8-9235F688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57959B-D110-44AF-8DB2-7445D652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5C2EDD-AD85-4A15-8EF5-6D719D89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3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93D2A-053C-4B33-AF27-D22FB1AA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476427-366A-4FEE-BACA-B997ED5AA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7CCF7-6C8A-4A88-817B-07608B22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8E016-88E4-4D6B-AE28-AC5B8399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82ED9-3153-4929-943D-EEC4BFA0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37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48979-839A-4385-BC48-3F5317C7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D6181D-43A5-4457-A5B6-D5B88E54B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523B04-4BB6-426D-9B9A-4FD0E6B3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F2FEB-020D-4F96-A0DC-5FA1822C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4D8891-7C3F-4337-B48E-1BDA4F67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12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5AB9-1305-4967-8EA6-0607E5ED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2D11B-3CDE-44E5-AEC2-66856072B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0765DD-D18F-45B8-B2A0-6F76B611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6934F-D4FB-409C-BB96-5885499E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22555F-0C03-497B-BAA5-FAE5093A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3B5AD8-7B30-4391-B198-03BCC438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0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4520F-7DFC-4CFC-B62A-B0D36CA99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3CF1D5-BD91-4E4E-B983-7EAD936CD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189E39-7A3D-493E-B30C-B7FC335A0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4DB9D5-C70C-4E2F-9FAA-84AF5D16B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53F2C4-9EB1-4F5A-83F9-CA4DD602D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E3E461-72BD-4BD2-AE6F-E34EFB95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654C72-81C5-4520-A906-80961B93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713ACB-5B20-499A-AB5C-202A138C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66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3B977-6EE3-4563-829D-5285623F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AD39CC-890D-4937-ABA4-9EED1E5B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CDA1B2-9F89-4A2A-AC57-385A97E7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C867E8-23C6-4DA8-9ED8-1414E635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84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9A1C78-88BD-44BF-9641-6862336C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5093BE-9872-4C08-81A3-DFE560B6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F7F954-70D0-4E8B-B90C-1FEFD94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E1CAA-EAB8-4349-AA92-927D77BB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C0FDFD-4711-4BEC-B410-F9DEDFB90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64F8FC-2A3C-4E80-9762-0CD4249EF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F746DA-2982-4C95-A472-63A33364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1B344-E38B-4C43-ADFC-F6AD4634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DEF0E-B203-4980-A691-936B5723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6DDAE-234E-4CCD-AA9F-E6D01995A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FFEEAE-F6C4-4CAD-885A-6178F7A66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CE299D-9832-4F04-BA15-03EFB8973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4DB11-BA2E-4E4F-BAEF-40AED185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7DD827-E358-4616-8BD6-77B2F690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C3B7D1-7FB8-4980-BC22-27C0D792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37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157073-0A52-48AE-9C35-0D9D63BC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D5D47F-39B2-42AE-BE02-9795D0376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EA02DC-2D8F-45C7-87FB-89A5FF4F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87FE16-77BA-4A35-83E8-CF3E8E1E2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E12D4-D838-494B-8A68-C2017351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96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6B2707-8214-4E2F-8A56-E668692EE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99E193-9CD9-4F27-87B9-7C95BC350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7F0026-E67D-496F-BE0D-109371A8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89D423-D0A5-4F3F-BA78-BB816376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5B2ED-6BC8-4FBA-9F03-04E84DB2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98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233AED-C62E-43F7-914E-AA54A23A3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F56D44-F0EA-4254-82E6-C55669E18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329D43-8656-4BC3-BAF4-37F4752DE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9BDE2-9230-449C-8F80-1D8E3EAD970E}" type="datetimeFigureOut">
              <a:rPr lang="ko-KR" altLang="en-US" smtClean="0"/>
              <a:t>2025-08-02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A8AFD-856E-4C51-93DC-BEB05AD16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272362-AC1C-4B8C-8B8B-397349BA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0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CC5B60-3EC8-402B-9171-362B51DF6B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" t="1482" r="54324" b="6482"/>
          <a:stretch/>
        </p:blipFill>
        <p:spPr>
          <a:xfrm>
            <a:off x="6367806" y="273050"/>
            <a:ext cx="4615074" cy="63119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4FB603D-2835-4AEB-ABA4-7FC0B0F1A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020" y="0"/>
            <a:ext cx="46150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94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CC5B60-3EC8-402B-9171-362B51DF6B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461" b="1666"/>
          <a:stretch/>
        </p:blipFill>
        <p:spPr>
          <a:xfrm>
            <a:off x="6007100" y="-1"/>
            <a:ext cx="5270500" cy="68594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A2DDECC-DEA7-4BA9-B978-CF3A35B0C0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" r="638"/>
          <a:stretch/>
        </p:blipFill>
        <p:spPr>
          <a:xfrm>
            <a:off x="914399" y="0"/>
            <a:ext cx="46613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22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8028637-4E98-4DE9-8249-EFBABA147F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" t="1" r="526" b="926"/>
          <a:stretch/>
        </p:blipFill>
        <p:spPr>
          <a:xfrm>
            <a:off x="1104900" y="0"/>
            <a:ext cx="10049854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09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414C05E-54DD-4F62-894C-5B0C77681C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" t="740" r="563" b="1297"/>
          <a:stretch/>
        </p:blipFill>
        <p:spPr>
          <a:xfrm>
            <a:off x="1093881" y="0"/>
            <a:ext cx="10080255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408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C7D501-3719-4524-B408-934E8F9ADF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" r="566" b="1112"/>
          <a:stretch/>
        </p:blipFill>
        <p:spPr>
          <a:xfrm>
            <a:off x="1016001" y="0"/>
            <a:ext cx="10020300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2AB8B74-12EE-4C59-B723-5FE7A8286893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00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4F8377-7777-4F5C-A98F-64A79BA519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" t="555" r="835" b="1111"/>
          <a:stretch/>
        </p:blipFill>
        <p:spPr>
          <a:xfrm>
            <a:off x="1104899" y="38100"/>
            <a:ext cx="10043619" cy="68199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0E0A487-7B1E-4507-A11E-C560DC8EA954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65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66BDED-4A49-491F-974E-F0B60E46EB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" t="186" r="23" b="4629"/>
          <a:stretch/>
        </p:blipFill>
        <p:spPr>
          <a:xfrm>
            <a:off x="1081884" y="12700"/>
            <a:ext cx="10028231" cy="68453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EBDE773-F9B6-4683-A83B-52846EFE833B}"/>
              </a:ext>
            </a:extLst>
          </p:cNvPr>
          <p:cNvSpPr/>
          <p:nvPr/>
        </p:nvSpPr>
        <p:spPr>
          <a:xfrm>
            <a:off x="5918200" y="787400"/>
            <a:ext cx="419100" cy="567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1BD58ABD-8356-41CC-83A8-57F7C20FAAB6}"/>
              </a:ext>
            </a:extLst>
          </p:cNvPr>
          <p:cNvSpPr/>
          <p:nvPr/>
        </p:nvSpPr>
        <p:spPr>
          <a:xfrm>
            <a:off x="5969000" y="6350"/>
            <a:ext cx="203200" cy="736600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33B956-31ED-4639-A41E-15A8F4A74A95}"/>
              </a:ext>
            </a:extLst>
          </p:cNvPr>
          <p:cNvSpPr/>
          <p:nvPr/>
        </p:nvSpPr>
        <p:spPr>
          <a:xfrm>
            <a:off x="1574800" y="742950"/>
            <a:ext cx="381000" cy="501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49DF1C-FA83-4DCF-8FCA-8D52C7707453}"/>
              </a:ext>
            </a:extLst>
          </p:cNvPr>
          <p:cNvSpPr/>
          <p:nvPr/>
        </p:nvSpPr>
        <p:spPr>
          <a:xfrm>
            <a:off x="10807700" y="742950"/>
            <a:ext cx="381000" cy="5124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033B0B9-101B-419D-A557-077F673CDDA7}"/>
              </a:ext>
            </a:extLst>
          </p:cNvPr>
          <p:cNvSpPr/>
          <p:nvPr/>
        </p:nvSpPr>
        <p:spPr>
          <a:xfrm rot="5400000">
            <a:off x="6089650" y="-3806825"/>
            <a:ext cx="381000" cy="905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473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8EE86DB-5DE2-4BA2-AD3B-A7C002592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-1"/>
            <a:ext cx="4665306" cy="686567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58CF700-5ECC-4F92-A911-4875C8A471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9" b="1666"/>
          <a:stretch/>
        </p:blipFill>
        <p:spPr>
          <a:xfrm>
            <a:off x="6007100" y="-1"/>
            <a:ext cx="5003800" cy="686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98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7E54B03-46EF-4072-BFB7-000680E65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464" y="0"/>
            <a:ext cx="9987072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5BA9EE9-8388-42F0-ACD6-F0E66E5F8FFD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175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89F056-4130-4C11-80AC-AE36971B31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" t="-1" r="690" b="139"/>
          <a:stretch/>
        </p:blipFill>
        <p:spPr>
          <a:xfrm>
            <a:off x="1133474" y="0"/>
            <a:ext cx="9925051" cy="684847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23BCB85-8419-4CC0-880A-89177963CE3F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146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B00217-57B3-4200-BADD-7A231D9D65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" t="972" r="317" b="1111"/>
          <a:stretch/>
        </p:blipFill>
        <p:spPr>
          <a:xfrm>
            <a:off x="1181099" y="66674"/>
            <a:ext cx="9858375" cy="671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470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EFEBA0A-2D6B-4766-96D5-E9034DC56C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" t="1111" r="722" b="1111"/>
          <a:stretch/>
        </p:blipFill>
        <p:spPr>
          <a:xfrm>
            <a:off x="1171575" y="76200"/>
            <a:ext cx="9839325" cy="67056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82E077D-8C39-4FA6-8EF2-E413FE9C40CC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440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14F48B-E308-409D-8898-3B57F8273A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" r="-105" b="5973"/>
          <a:stretch/>
        </p:blipFill>
        <p:spPr>
          <a:xfrm>
            <a:off x="965586" y="0"/>
            <a:ext cx="9988164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04537B1-4106-4F3C-AE0D-5F5BA6670A4D}"/>
              </a:ext>
            </a:extLst>
          </p:cNvPr>
          <p:cNvSpPr/>
          <p:nvPr/>
        </p:nvSpPr>
        <p:spPr>
          <a:xfrm rot="5400000">
            <a:off x="5832475" y="-4064000"/>
            <a:ext cx="381000" cy="9569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DD63F3-56AF-416C-B434-7DFBB9EBCA32}"/>
              </a:ext>
            </a:extLst>
          </p:cNvPr>
          <p:cNvSpPr/>
          <p:nvPr/>
        </p:nvSpPr>
        <p:spPr>
          <a:xfrm>
            <a:off x="1384300" y="742950"/>
            <a:ext cx="520700" cy="489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970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6A4AD00-76F0-4BBB-BB5C-2E50B5355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0"/>
            <a:ext cx="4665306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01A9AB6-4990-4C93-B744-BBE1B599F7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" b="2407"/>
          <a:stretch/>
        </p:blipFill>
        <p:spPr>
          <a:xfrm>
            <a:off x="6007100" y="-2"/>
            <a:ext cx="50038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13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4729E0-DAEF-466E-9B7B-C792BF857C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" t="416" r="327" b="1111"/>
          <a:stretch/>
        </p:blipFill>
        <p:spPr>
          <a:xfrm>
            <a:off x="1209674" y="28575"/>
            <a:ext cx="9829801" cy="675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86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537FEE5-EC6E-499F-9114-DFEF4DCCD8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" t="1112" r="-767" b="555"/>
          <a:stretch/>
        </p:blipFill>
        <p:spPr>
          <a:xfrm>
            <a:off x="1219199" y="76200"/>
            <a:ext cx="9915525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90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7351D6F-55DE-4117-B664-635D025692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" t="972" r="167" b="1111"/>
          <a:stretch/>
        </p:blipFill>
        <p:spPr>
          <a:xfrm>
            <a:off x="1095374" y="66674"/>
            <a:ext cx="10001251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56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04DA5C-7AFF-43E4-9141-558C4E7EC7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" t="972" r="424" b="972"/>
          <a:stretch/>
        </p:blipFill>
        <p:spPr>
          <a:xfrm>
            <a:off x="1200149" y="66675"/>
            <a:ext cx="9810751" cy="67246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9925CB7-2150-48CB-99EF-A08475090142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136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912910-9C47-4FC4-8BCA-A8AF60925A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" b="833"/>
          <a:stretch/>
        </p:blipFill>
        <p:spPr>
          <a:xfrm>
            <a:off x="1190624" y="0"/>
            <a:ext cx="9938965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1406CF1-AB40-421B-ADE2-12936AADD223}"/>
              </a:ext>
            </a:extLst>
          </p:cNvPr>
          <p:cNvSpPr/>
          <p:nvPr/>
        </p:nvSpPr>
        <p:spPr>
          <a:xfrm>
            <a:off x="5918200" y="0"/>
            <a:ext cx="381000" cy="6334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BA9881-7ED6-4718-A846-0A7665EE9483}"/>
              </a:ext>
            </a:extLst>
          </p:cNvPr>
          <p:cNvSpPr/>
          <p:nvPr/>
        </p:nvSpPr>
        <p:spPr>
          <a:xfrm>
            <a:off x="1409700" y="742950"/>
            <a:ext cx="673100" cy="489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6A94C9-3FA9-4D32-8FA2-A616E3688802}"/>
              </a:ext>
            </a:extLst>
          </p:cNvPr>
          <p:cNvSpPr/>
          <p:nvPr/>
        </p:nvSpPr>
        <p:spPr>
          <a:xfrm rot="5400000">
            <a:off x="5807075" y="-4041775"/>
            <a:ext cx="381000" cy="9569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858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865F009-A2B0-421E-9427-C898F6072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0"/>
            <a:ext cx="4665306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FEC15C9-C859-46AE-ADA7-DF73539FB3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4" b="1666"/>
          <a:stretch/>
        </p:blipFill>
        <p:spPr>
          <a:xfrm>
            <a:off x="6012697" y="0"/>
            <a:ext cx="49982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26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20A020-B68A-4A81-AAB6-B02EE654D4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" t="973" r="377" b="417"/>
          <a:stretch/>
        </p:blipFill>
        <p:spPr>
          <a:xfrm>
            <a:off x="1190624" y="66674"/>
            <a:ext cx="9839325" cy="67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110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8D7392-360C-45F4-919E-28A82CDAB1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" r="310" b="972"/>
          <a:stretch/>
        </p:blipFill>
        <p:spPr>
          <a:xfrm>
            <a:off x="1162050" y="0"/>
            <a:ext cx="989647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98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5B3EE79-EF4B-44EC-9ED7-EC27F6DDD5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" t="555" r="320"/>
          <a:stretch/>
        </p:blipFill>
        <p:spPr>
          <a:xfrm>
            <a:off x="1152524" y="38100"/>
            <a:ext cx="9906001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857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4FD6B2-9DBD-446C-A820-C2CD1B18CD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" t="973" r="508" b="555"/>
          <a:stretch/>
        </p:blipFill>
        <p:spPr>
          <a:xfrm>
            <a:off x="1123950" y="66674"/>
            <a:ext cx="9944100" cy="675322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CF7AB47-8E55-4F53-BCC6-315F37EA9BB9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140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6A1976F-07A4-4E4D-9BF3-D2E988CA5D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" t="416" r="893"/>
          <a:stretch/>
        </p:blipFill>
        <p:spPr>
          <a:xfrm>
            <a:off x="1276350" y="28574"/>
            <a:ext cx="9620949" cy="6829426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DD44CDC7-61C7-4F54-98FB-13605A1B9006}"/>
              </a:ext>
            </a:extLst>
          </p:cNvPr>
          <p:cNvSpPr/>
          <p:nvPr/>
        </p:nvSpPr>
        <p:spPr>
          <a:xfrm rot="5400000">
            <a:off x="6086475" y="-3975100"/>
            <a:ext cx="381000" cy="9569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D35F6D-7DAD-4A69-944A-210A81E45221}"/>
              </a:ext>
            </a:extLst>
          </p:cNvPr>
          <p:cNvSpPr/>
          <p:nvPr/>
        </p:nvSpPr>
        <p:spPr>
          <a:xfrm>
            <a:off x="1409700" y="742950"/>
            <a:ext cx="673100" cy="489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7BE90F-CB02-40CF-AB25-A03E1900CC96}"/>
              </a:ext>
            </a:extLst>
          </p:cNvPr>
          <p:cNvSpPr/>
          <p:nvPr/>
        </p:nvSpPr>
        <p:spPr>
          <a:xfrm>
            <a:off x="10782300" y="747713"/>
            <a:ext cx="673100" cy="5619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724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0</Words>
  <Application>Microsoft Office PowerPoint</Application>
  <PresentationFormat>와이드스크린</PresentationFormat>
  <Paragraphs>0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heeya4170@gmail.com</cp:lastModifiedBy>
  <cp:revision>16</cp:revision>
  <dcterms:created xsi:type="dcterms:W3CDTF">2025-03-29T10:39:11Z</dcterms:created>
  <dcterms:modified xsi:type="dcterms:W3CDTF">2025-08-01T15:43:06Z</dcterms:modified>
</cp:coreProperties>
</file>