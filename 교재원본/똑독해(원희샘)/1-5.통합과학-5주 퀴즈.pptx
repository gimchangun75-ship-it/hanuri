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2" r:id="rId2"/>
    <p:sldId id="303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FF5050"/>
    <a:srgbClr val="FF6600"/>
    <a:srgbClr val="D3A9CA"/>
    <a:srgbClr val="FFFC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4660"/>
  </p:normalViewPr>
  <p:slideViewPr>
    <p:cSldViewPr snapToGrid="0">
      <p:cViewPr>
        <p:scale>
          <a:sx n="75" d="100"/>
          <a:sy n="75" d="100"/>
        </p:scale>
        <p:origin x="786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79442A-9111-4038-8A99-8E5B329143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1F9819B-F1B6-47CB-8EB1-9EC8169A7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DA5F72-CD68-4DF7-86B8-9235F6883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57959B-D110-44AF-8DB2-7445D6528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5C2EDD-AD85-4A15-8EF5-6D719D89B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30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93D2A-053C-4B33-AF27-D22FB1AAD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476427-366A-4FEE-BACA-B997ED5AA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97CCF7-6C8A-4A88-817B-07608B220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18E016-88E4-4D6B-AE28-AC5B83998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B82ED9-3153-4929-943D-EEC4BFA0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37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D48979-839A-4385-BC48-3F5317C74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D6181D-43A5-4457-A5B6-D5B88E54B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523B04-4BB6-426D-9B9A-4FD0E6B33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BF2FEB-020D-4F96-A0DC-5FA1822CF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4D8891-7C3F-4337-B48E-1BDA4F675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124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165AB9-1305-4967-8EA6-0607E5ED2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2D11B-3CDE-44E5-AEC2-66856072B6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0765DD-D18F-45B8-B2A0-6F76B6111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16934F-D4FB-409C-BB96-5885499E9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22555F-0C03-497B-BAA5-FAE5093A4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3B5AD8-7B30-4391-B198-03BCC4381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04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D4520F-7DFC-4CFC-B62A-B0D36CA99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3CF1D5-BD91-4E4E-B983-7EAD936CD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189E39-7A3D-493E-B30C-B7FC335A0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4DB9D5-C70C-4E2F-9FAA-84AF5D16B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953F2C4-9EB1-4F5A-83F9-CA4DD602DC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FE3E461-72BD-4BD2-AE6F-E34EFB954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D654C72-81C5-4520-A906-80961B93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713ACB-5B20-499A-AB5C-202A138CC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666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73B977-6EE3-4563-829D-5285623F1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1AD39CC-890D-4937-ABA4-9EED1E5B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CDA1B2-9F89-4A2A-AC57-385A97E7C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C867E8-23C6-4DA8-9ED8-1414E635E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3847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99A1C78-88BD-44BF-9641-6862336CE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45093BE-9872-4C08-81A3-DFE560B6E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F7F954-70D0-4E8B-B90C-1FEFD9444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071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6E1CAA-EAB8-4349-AA92-927D77BB6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C0FDFD-4711-4BEC-B410-F9DEDFB90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64F8FC-2A3C-4E80-9762-0CD4249EF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F746DA-2982-4C95-A472-63A333649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C1B344-E38B-4C43-ADFC-F6AD4634A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5DEF0E-B203-4980-A691-936B5723B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78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6DDAE-234E-4CCD-AA9F-E6D01995A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FFFEEAE-F6C4-4CAD-885A-6178F7A662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CE299D-9832-4F04-BA15-03EFB8973C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44DB11-BA2E-4E4F-BAEF-40AED1853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7DD827-E358-4616-8BD6-77B2F6906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C3B7D1-7FB8-4980-BC22-27C0D7926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379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157073-0A52-48AE-9C35-0D9D63BC9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D5D47F-39B2-42AE-BE02-9795D0376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EA02DC-2D8F-45C7-87FB-89A5FF4F9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87FE16-77BA-4A35-83E8-CF3E8E1E2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E12D4-D838-494B-8A68-C20173514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968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86B2707-8214-4E2F-8A56-E668692EE3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99E193-9CD9-4F27-87B9-7C95BC350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7F0026-E67D-496F-BE0D-109371A84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89D423-D0A5-4F3F-BA78-BB8163764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D5B2ED-6BC8-4FBA-9F03-04E84DB2C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983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8233AED-C62E-43F7-914E-AA54A23A3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F56D44-F0EA-4254-82E6-C55669E18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329D43-8656-4BC3-BAF4-37F4752DE3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99BDE2-9230-449C-8F80-1D8E3EAD970E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9A8AFD-856E-4C51-93DC-BEB05AD160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272362-AC1C-4B8C-8B8B-397349BA8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057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4D95246-465C-4405-977F-8DFAE791A7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19815" r="-557" b="3889"/>
          <a:stretch/>
        </p:blipFill>
        <p:spPr>
          <a:xfrm>
            <a:off x="1587361" y="0"/>
            <a:ext cx="9017277" cy="684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496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433D3A-9E23-429B-9064-ED46328F7BFD}"/>
              </a:ext>
            </a:extLst>
          </p:cNvPr>
          <p:cNvSpPr txBox="1"/>
          <p:nvPr/>
        </p:nvSpPr>
        <p:spPr>
          <a:xfrm>
            <a:off x="0" y="0"/>
            <a:ext cx="1407223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어휘 복습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F2991FA-A49D-4F0D-A88B-7CFC3D105EB6}"/>
              </a:ext>
            </a:extLst>
          </p:cNvPr>
          <p:cNvSpPr txBox="1"/>
          <p:nvPr/>
        </p:nvSpPr>
        <p:spPr>
          <a:xfrm>
            <a:off x="25167" y="446274"/>
            <a:ext cx="15771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 </a:t>
            </a:r>
            <a:r>
              <a:rPr lang="ko-KR" altLang="en-US" sz="1100" dirty="0" err="1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퀴즈앤</a:t>
            </a:r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퀴즈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E729514-DD64-48D3-AECF-4C09307103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047" t="15731" r="36714" b="9842"/>
          <a:stretch/>
        </p:blipFill>
        <p:spPr>
          <a:xfrm>
            <a:off x="1407223" y="0"/>
            <a:ext cx="4789577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3FE3039-B821-4011-B59A-98FEE40EE6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929" t="15662" r="36832" b="9910"/>
          <a:stretch/>
        </p:blipFill>
        <p:spPr>
          <a:xfrm>
            <a:off x="6323534" y="0"/>
            <a:ext cx="47895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316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6</Words>
  <Application>Microsoft Office PowerPoint</Application>
  <PresentationFormat>와이드스크린</PresentationFormat>
  <Paragraphs>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나눔스퀘어 Bold</vt:lpstr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heeya4170@gmail.com</cp:lastModifiedBy>
  <cp:revision>40</cp:revision>
  <dcterms:created xsi:type="dcterms:W3CDTF">2025-03-29T10:39:11Z</dcterms:created>
  <dcterms:modified xsi:type="dcterms:W3CDTF">2025-08-29T00:49:22Z</dcterms:modified>
</cp:coreProperties>
</file>