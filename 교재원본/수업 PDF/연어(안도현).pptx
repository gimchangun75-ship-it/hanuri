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33.png" Type="http://schemas.openxmlformats.org/officeDocument/2006/relationships/image"/><Relationship Id="rId6" Target="../media/image29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27.png" Type="http://schemas.openxmlformats.org/officeDocument/2006/relationships/image"/><Relationship Id="rId5" Target="../media/image38.png" Type="http://schemas.openxmlformats.org/officeDocument/2006/relationships/image"/><Relationship Id="rId6" Target="../media/image29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0">
            <a:off x="0" y="0"/>
            <a:ext cx="24384000" cy="6858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6800" y="3606800"/>
            <a:ext cx="17411700" cy="2374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408900" y="228600"/>
            <a:ext cx="3517900" cy="457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859000" y="1422400"/>
            <a:ext cx="8712200" cy="1150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0">
            <a:off x="0" y="0"/>
            <a:ext cx="24384000" cy="3251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 rot="0">
            <a:off x="0" y="3251200"/>
            <a:ext cx="24384000" cy="1046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" y="3251200"/>
            <a:ext cx="22250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1193800"/>
            <a:ext cx="11430000" cy="149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1143000" y="4533900"/>
            <a:ext cx="21666200" cy="723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6819900" y="6413500"/>
            <a:ext cx="4991100" cy="6057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 rot="0">
            <a:off x="18326100" y="6413500"/>
            <a:ext cx="4991100" cy="650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 rot="0">
            <a:off x="12573000" y="6413500"/>
            <a:ext cx="4991100" cy="294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65200" y="5905500"/>
            <a:ext cx="4813300" cy="497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0">
            <a:off x="0" y="0"/>
            <a:ext cx="24384000" cy="3251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8000"/>
          </a:blip>
          <a:stretch>
            <a:fillRect/>
          </a:stretch>
        </p:blipFill>
        <p:spPr>
          <a:xfrm rot="0">
            <a:off x="0" y="3251200"/>
            <a:ext cx="24384000" cy="1046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3251200"/>
            <a:ext cx="222504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6800" y="1193800"/>
            <a:ext cx="114300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0">
            <a:off x="0" y="3251200"/>
            <a:ext cx="24384000" cy="10464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6800" y="3251200"/>
            <a:ext cx="222504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" y="1193800"/>
            <a:ext cx="11430000" cy="149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1041400" y="3644900"/>
            <a:ext cx="22288500" cy="528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0">
            <a:off x="0" y="0"/>
            <a:ext cx="24384000" cy="3251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 rot="0">
            <a:off x="0" y="3251200"/>
            <a:ext cx="24384000" cy="1046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" y="3251200"/>
            <a:ext cx="22250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1193800"/>
            <a:ext cx="11430000" cy="149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838200" y="3822700"/>
            <a:ext cx="22479000" cy="955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0">
            <a:off x="0" y="0"/>
            <a:ext cx="24384000" cy="3251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 rot="0">
            <a:off x="0" y="3251200"/>
            <a:ext cx="24384000" cy="1046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" y="3251200"/>
            <a:ext cx="22250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1143000" y="6426200"/>
            <a:ext cx="22352000" cy="6591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6800" y="1193800"/>
            <a:ext cx="21742400" cy="95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1066800" y="3543300"/>
            <a:ext cx="21666200" cy="1473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60000"/>
          </a:blip>
          <a:stretch>
            <a:fillRect/>
          </a:stretch>
        </p:blipFill>
        <p:spPr>
          <a:xfrm rot="0">
            <a:off x="152400" y="152400"/>
            <a:ext cx="2438400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0">
            <a:off x="0" y="0"/>
            <a:ext cx="24384000" cy="3251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 rot="0">
            <a:off x="0" y="3251200"/>
            <a:ext cx="24384000" cy="1046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" y="3251200"/>
            <a:ext cx="22250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1066800" y="5613400"/>
            <a:ext cx="22352000" cy="8724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6800" y="1193800"/>
            <a:ext cx="21742400" cy="95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1066800" y="3594100"/>
            <a:ext cx="216662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60000"/>
          </a:blip>
          <a:stretch>
            <a:fillRect/>
          </a:stretch>
        </p:blipFill>
        <p:spPr>
          <a:xfrm rot="0">
            <a:off x="152400" y="152400"/>
            <a:ext cx="2438400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0">
            <a:off x="0" y="0"/>
            <a:ext cx="24384000" cy="3251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 rot="0">
            <a:off x="0" y="3251200"/>
            <a:ext cx="24384000" cy="1046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" y="3251200"/>
            <a:ext cx="22250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215900" y="4381500"/>
            <a:ext cx="24257000" cy="10223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6800" y="1193800"/>
            <a:ext cx="21742400" cy="95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1066800" y="3403600"/>
            <a:ext cx="21666200" cy="60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60000"/>
          </a:blip>
          <a:stretch>
            <a:fillRect/>
          </a:stretch>
        </p:blipFill>
        <p:spPr>
          <a:xfrm rot="0">
            <a:off x="152400" y="152400"/>
            <a:ext cx="2438400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3251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 rot="0">
            <a:off x="0" y="3251200"/>
            <a:ext cx="24384000" cy="1046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" y="3251200"/>
            <a:ext cx="22250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1193800"/>
            <a:ext cx="20421600" cy="1181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1066800" y="4584700"/>
            <a:ext cx="7632700" cy="7315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992100" y="3276600"/>
            <a:ext cx="8483600" cy="9182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3251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 rot="0">
            <a:off x="0" y="3251200"/>
            <a:ext cx="24384000" cy="1046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" y="3251200"/>
            <a:ext cx="22250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1193800"/>
            <a:ext cx="22504400" cy="1181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1054100" y="4584700"/>
            <a:ext cx="14655800" cy="7226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497300" y="3822700"/>
            <a:ext cx="70993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