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.png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8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Relationship Id="rId6" Type="http://schemas.openxmlformats.org/officeDocument/2006/relationships/image" Target="../media/image14.png"  /><Relationship Id="rId7" Type="http://schemas.openxmlformats.org/officeDocument/2006/relationships/image" Target="../media/image15.png"  /><Relationship Id="rId8" Type="http://schemas.openxmlformats.org/officeDocument/2006/relationships/image" Target="../media/image16.png"  /><Relationship Id="rId9" Type="http://schemas.openxmlformats.org/officeDocument/2006/relationships/image" Target="../media/image17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5.png"  /><Relationship Id="rId11" Type="http://schemas.openxmlformats.org/officeDocument/2006/relationships/image" Target="../media/image26.png"  /><Relationship Id="rId12" Type="http://schemas.openxmlformats.org/officeDocument/2006/relationships/image" Target="../media/image27.png"  /><Relationship Id="rId13" Type="http://schemas.openxmlformats.org/officeDocument/2006/relationships/image" Target="../media/image28.png"  /><Relationship Id="rId14" Type="http://schemas.openxmlformats.org/officeDocument/2006/relationships/image" Target="../media/image29.png"  /><Relationship Id="rId15" Type="http://schemas.openxmlformats.org/officeDocument/2006/relationships/image" Target="../media/image30.png"  /><Relationship Id="rId16" Type="http://schemas.openxmlformats.org/officeDocument/2006/relationships/image" Target="../media/image31.png"  /><Relationship Id="rId17" Type="http://schemas.openxmlformats.org/officeDocument/2006/relationships/image" Target="../media/image32.png"  /><Relationship Id="rId18" Type="http://schemas.openxmlformats.org/officeDocument/2006/relationships/image" Target="../media/image33.png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Relationship Id="rId4" Type="http://schemas.openxmlformats.org/officeDocument/2006/relationships/image" Target="../media/image12.png"  /><Relationship Id="rId5" Type="http://schemas.openxmlformats.org/officeDocument/2006/relationships/image" Target="../media/image20.png"  /><Relationship Id="rId6" Type="http://schemas.openxmlformats.org/officeDocument/2006/relationships/image" Target="../media/image21.png"  /><Relationship Id="rId7" Type="http://schemas.openxmlformats.org/officeDocument/2006/relationships/image" Target="../media/image22.png"  /><Relationship Id="rId8" Type="http://schemas.openxmlformats.org/officeDocument/2006/relationships/image" Target="../media/image23.png"  /><Relationship Id="rId9" Type="http://schemas.openxmlformats.org/officeDocument/2006/relationships/image" Target="../media/image2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1.png"  /><Relationship Id="rId11" Type="http://schemas.openxmlformats.org/officeDocument/2006/relationships/image" Target="../media/image42.png"  /><Relationship Id="rId12" Type="http://schemas.openxmlformats.org/officeDocument/2006/relationships/image" Target="../media/image43.png"  /><Relationship Id="rId13" Type="http://schemas.openxmlformats.org/officeDocument/2006/relationships/image" Target="../media/image44.png"  /><Relationship Id="rId14" Type="http://schemas.openxmlformats.org/officeDocument/2006/relationships/image" Target="../media/image45.png"  /><Relationship Id="rId15" Type="http://schemas.openxmlformats.org/officeDocument/2006/relationships/image" Target="../media/image46.png"  /><Relationship Id="rId16" Type="http://schemas.openxmlformats.org/officeDocument/2006/relationships/image" Target="../media/image47.png"  /><Relationship Id="rId17" Type="http://schemas.openxmlformats.org/officeDocument/2006/relationships/image" Target="../media/image48.png"  /><Relationship Id="rId18" Type="http://schemas.openxmlformats.org/officeDocument/2006/relationships/image" Target="../media/image49.png"  /><Relationship Id="rId19" Type="http://schemas.openxmlformats.org/officeDocument/2006/relationships/image" Target="../media/image50.png"  /><Relationship Id="rId2" Type="http://schemas.openxmlformats.org/officeDocument/2006/relationships/image" Target="../media/image34.png"  /><Relationship Id="rId20" Type="http://schemas.openxmlformats.org/officeDocument/2006/relationships/image" Target="../media/image51.png"  /><Relationship Id="rId21" Type="http://schemas.openxmlformats.org/officeDocument/2006/relationships/image" Target="../media/image52.png"  /><Relationship Id="rId22" Type="http://schemas.openxmlformats.org/officeDocument/2006/relationships/image" Target="../media/image53.png"  /><Relationship Id="rId3" Type="http://schemas.openxmlformats.org/officeDocument/2006/relationships/image" Target="../media/image35.png"  /><Relationship Id="rId4" Type="http://schemas.openxmlformats.org/officeDocument/2006/relationships/image" Target="../media/image12.png"  /><Relationship Id="rId5" Type="http://schemas.openxmlformats.org/officeDocument/2006/relationships/image" Target="../media/image36.png"  /><Relationship Id="rId6" Type="http://schemas.openxmlformats.org/officeDocument/2006/relationships/image" Target="../media/image37.png"  /><Relationship Id="rId7" Type="http://schemas.openxmlformats.org/officeDocument/2006/relationships/image" Target="../media/image38.png"  /><Relationship Id="rId8" Type="http://schemas.openxmlformats.org/officeDocument/2006/relationships/image" Target="../media/image39.png"  /><Relationship Id="rId9" Type="http://schemas.openxmlformats.org/officeDocument/2006/relationships/image" Target="../media/image40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4.png"  /><Relationship Id="rId3" Type="http://schemas.openxmlformats.org/officeDocument/2006/relationships/image" Target="../media/image55.png"  /><Relationship Id="rId4" Type="http://schemas.openxmlformats.org/officeDocument/2006/relationships/image" Target="../media/image12.png"  /><Relationship Id="rId5" Type="http://schemas.openxmlformats.org/officeDocument/2006/relationships/image" Target="../media/image56.png"  /><Relationship Id="rId6" Type="http://schemas.openxmlformats.org/officeDocument/2006/relationships/image" Target="../media/image57.png"  /><Relationship Id="rId7" Type="http://schemas.openxmlformats.org/officeDocument/2006/relationships/image" Target="../media/image58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9.png"  /><Relationship Id="rId3" Type="http://schemas.openxmlformats.org/officeDocument/2006/relationships/image" Target="../media/image55.png"  /><Relationship Id="rId4" Type="http://schemas.openxmlformats.org/officeDocument/2006/relationships/image" Target="../media/image12.png"  /><Relationship Id="rId5" Type="http://schemas.openxmlformats.org/officeDocument/2006/relationships/image" Target="../media/image60.png"  /><Relationship Id="rId6" Type="http://schemas.openxmlformats.org/officeDocument/2006/relationships/image" Target="../media/image61.png"  /><Relationship Id="rId7" Type="http://schemas.openxmlformats.org/officeDocument/2006/relationships/image" Target="../media/image6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70.png"  /><Relationship Id="rId11" Type="http://schemas.openxmlformats.org/officeDocument/2006/relationships/image" Target="../media/image71.png"  /><Relationship Id="rId12" Type="http://schemas.openxmlformats.org/officeDocument/2006/relationships/image" Target="../media/image72.png"  /><Relationship Id="rId13" Type="http://schemas.openxmlformats.org/officeDocument/2006/relationships/image" Target="../media/image73.png"  /><Relationship Id="rId14" Type="http://schemas.openxmlformats.org/officeDocument/2006/relationships/image" Target="../media/image74.png"  /><Relationship Id="rId15" Type="http://schemas.openxmlformats.org/officeDocument/2006/relationships/image" Target="../media/image75.png"  /><Relationship Id="rId16" Type="http://schemas.openxmlformats.org/officeDocument/2006/relationships/image" Target="../media/image76.png"  /><Relationship Id="rId17" Type="http://schemas.openxmlformats.org/officeDocument/2006/relationships/image" Target="../media/image77.png"  /><Relationship Id="rId18" Type="http://schemas.openxmlformats.org/officeDocument/2006/relationships/image" Target="../media/image78.png"  /><Relationship Id="rId19" Type="http://schemas.openxmlformats.org/officeDocument/2006/relationships/image" Target="../media/image79.png"  /><Relationship Id="rId2" Type="http://schemas.openxmlformats.org/officeDocument/2006/relationships/image" Target="../media/image63.png"  /><Relationship Id="rId20" Type="http://schemas.openxmlformats.org/officeDocument/2006/relationships/image" Target="../media/image80.png"  /><Relationship Id="rId21" Type="http://schemas.openxmlformats.org/officeDocument/2006/relationships/image" Target="../media/image81.png"  /><Relationship Id="rId22" Type="http://schemas.openxmlformats.org/officeDocument/2006/relationships/image" Target="../media/image82.png"  /><Relationship Id="rId23" Type="http://schemas.openxmlformats.org/officeDocument/2006/relationships/image" Target="../media/image83.png"  /><Relationship Id="rId3" Type="http://schemas.openxmlformats.org/officeDocument/2006/relationships/image" Target="../media/image64.png"  /><Relationship Id="rId4" Type="http://schemas.openxmlformats.org/officeDocument/2006/relationships/image" Target="../media/image12.png"  /><Relationship Id="rId5" Type="http://schemas.openxmlformats.org/officeDocument/2006/relationships/image" Target="../media/image65.png"  /><Relationship Id="rId6" Type="http://schemas.openxmlformats.org/officeDocument/2006/relationships/image" Target="../media/image66.png"  /><Relationship Id="rId7" Type="http://schemas.openxmlformats.org/officeDocument/2006/relationships/image" Target="../media/image67.png"  /><Relationship Id="rId8" Type="http://schemas.openxmlformats.org/officeDocument/2006/relationships/image" Target="../media/image68.png"  /><Relationship Id="rId9" Type="http://schemas.openxmlformats.org/officeDocument/2006/relationships/image" Target="../media/image6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4.png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Relationship Id="rId5" Type="http://schemas.openxmlformats.org/officeDocument/2006/relationships/image" Target="../media/image85.png"  /><Relationship Id="rId6" Type="http://schemas.openxmlformats.org/officeDocument/2006/relationships/image" Target="../media/image8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Relationship Id="rId4" Type="http://schemas.openxmlformats.org/officeDocument/2006/relationships/image" Target="../media/image87.png"  /><Relationship Id="rId5" Type="http://schemas.openxmlformats.org/officeDocument/2006/relationships/image" Target="../media/image88.png"  /><Relationship Id="rId6" Type="http://schemas.openxmlformats.org/officeDocument/2006/relationships/image" Target="../media/image8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0.png"  /><Relationship Id="rId3" Type="http://schemas.openxmlformats.org/officeDocument/2006/relationships/image" Target="../media/image11.png"  /><Relationship Id="rId4" Type="http://schemas.openxmlformats.org/officeDocument/2006/relationships/image" Target="../media/image9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2.png"  /><Relationship Id="rId3" Type="http://schemas.openxmlformats.org/officeDocument/2006/relationships/image" Target="../media/image55.png"  /><Relationship Id="rId4" Type="http://schemas.openxmlformats.org/officeDocument/2006/relationships/image" Target="../media/image93.png"  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6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304800" y="11760200"/>
            <a:ext cx="254254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0459700" y="5207000"/>
            <a:ext cx="4368800" cy="1739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74700" y="2222500"/>
            <a:ext cx="3759200" cy="1498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03900" y="12420600"/>
            <a:ext cx="5842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502900" y="12420600"/>
            <a:ext cx="584200" cy="584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005300" y="3937000"/>
            <a:ext cx="3759200" cy="149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59000" y="4229100"/>
            <a:ext cx="8915400" cy="2209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12446000"/>
            <a:ext cx="22275800" cy="558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06600" y="10566400"/>
            <a:ext cx="22212300" cy="901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922500" y="1117600"/>
            <a:ext cx="8293100" cy="863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6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721600" y="2895600"/>
            <a:ext cx="8077200" cy="3962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66900" y="901700"/>
            <a:ext cx="596900" cy="596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00200" y="368300"/>
            <a:ext cx="1143000" cy="5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71800" y="9664700"/>
            <a:ext cx="1828800" cy="171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41900" y="9664700"/>
            <a:ext cx="17907000" cy="2476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692400" y="787400"/>
            <a:ext cx="11823700" cy="153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82700" y="2895600"/>
            <a:ext cx="6946900" cy="396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516100" y="2895600"/>
            <a:ext cx="8674100" cy="393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6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77900" y="1879600"/>
            <a:ext cx="22174200" cy="1118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66900" y="901700"/>
            <a:ext cx="596900" cy="596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00200" y="368300"/>
            <a:ext cx="1143000" cy="5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781300" y="6007100"/>
            <a:ext cx="5816600" cy="6070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60700" y="5956300"/>
            <a:ext cx="1066800" cy="1066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283700" y="6007100"/>
            <a:ext cx="5803900" cy="6070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575800" y="5956300"/>
            <a:ext cx="1066800" cy="1066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494000" y="6007100"/>
            <a:ext cx="5816600" cy="6070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773400" y="5956300"/>
            <a:ext cx="1066800" cy="1066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175000" y="6159500"/>
            <a:ext cx="850900" cy="571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690100" y="6172200"/>
            <a:ext cx="8509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5887700" y="6146800"/>
            <a:ext cx="850900" cy="571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692400" y="787400"/>
            <a:ext cx="11823700" cy="1536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378200" y="8077200"/>
            <a:ext cx="4635500" cy="1358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753600" y="8102600"/>
            <a:ext cx="4622800" cy="2781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6052800" y="8077200"/>
            <a:ext cx="4635500" cy="2781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781300" y="2628900"/>
            <a:ext cx="17907000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6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77900" y="1879600"/>
            <a:ext cx="22174200" cy="1118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66900" y="901700"/>
            <a:ext cx="596900" cy="596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00200" y="368300"/>
            <a:ext cx="1143000" cy="5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32100" y="5524500"/>
            <a:ext cx="9004300" cy="2743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12700" y="5524500"/>
            <a:ext cx="9004300" cy="2743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832100" y="8521700"/>
            <a:ext cx="9004300" cy="2743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712700" y="8521700"/>
            <a:ext cx="9004300" cy="2743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337800" y="6591300"/>
            <a:ext cx="3695700" cy="3695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557000" y="7200900"/>
            <a:ext cx="1270000" cy="1270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007100" y="6324600"/>
            <a:ext cx="520700" cy="52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129000" y="6324600"/>
            <a:ext cx="520700" cy="520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854700" y="9245600"/>
            <a:ext cx="520700" cy="520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976600" y="9245600"/>
            <a:ext cx="5207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960100" y="8597900"/>
            <a:ext cx="2451100" cy="1054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692400" y="787400"/>
            <a:ext cx="11823700" cy="1536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505200" y="7010400"/>
            <a:ext cx="7645400" cy="647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3111500" y="3149600"/>
            <a:ext cx="17907000" cy="1498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616700" y="6324600"/>
            <a:ext cx="1879600" cy="635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639800" y="7010400"/>
            <a:ext cx="7645400" cy="647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738600" y="6324600"/>
            <a:ext cx="1879600" cy="635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365500" y="9918700"/>
            <a:ext cx="7645400" cy="647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6464300" y="9245600"/>
            <a:ext cx="1879600" cy="635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487400" y="9918700"/>
            <a:ext cx="7645400" cy="647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6586200" y="9245600"/>
            <a:ext cx="18796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6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77900" y="1879600"/>
            <a:ext cx="22174200" cy="1118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66900" y="901700"/>
            <a:ext cx="596900" cy="596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00200" y="368300"/>
            <a:ext cx="1143000" cy="5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92400" y="787400"/>
            <a:ext cx="14312900" cy="1536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00200" y="2819400"/>
            <a:ext cx="9842500" cy="495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560300" y="7124700"/>
            <a:ext cx="10312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6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66900" y="901700"/>
            <a:ext cx="596900" cy="596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00200" y="368300"/>
            <a:ext cx="1143000" cy="5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92400" y="3759200"/>
            <a:ext cx="18605500" cy="8445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762500" y="5715000"/>
            <a:ext cx="495300" cy="495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865100" y="5715000"/>
            <a:ext cx="495300" cy="495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692400" y="787400"/>
            <a:ext cx="19659600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6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77900" y="1879600"/>
            <a:ext cx="22174200" cy="1118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66900" y="901700"/>
            <a:ext cx="596900" cy="596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00200" y="368300"/>
            <a:ext cx="1143000" cy="5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514600" y="6527800"/>
            <a:ext cx="5105400" cy="510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72000" y="6134100"/>
            <a:ext cx="9779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327900" y="6299200"/>
            <a:ext cx="5105400" cy="510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98000" y="6134100"/>
            <a:ext cx="977900" cy="977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039600" y="6299200"/>
            <a:ext cx="5105400" cy="510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097000" y="6134100"/>
            <a:ext cx="977900" cy="977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852900" y="6299200"/>
            <a:ext cx="5105400" cy="510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8923000" y="6134100"/>
            <a:ext cx="977900" cy="977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572000" y="6134100"/>
            <a:ext cx="787400" cy="520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474200" y="6311900"/>
            <a:ext cx="8509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198600" y="6311900"/>
            <a:ext cx="787400" cy="520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9024600" y="6311900"/>
            <a:ext cx="787400" cy="520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692400" y="787400"/>
            <a:ext cx="15227300" cy="1092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77900" y="2235200"/>
            <a:ext cx="19646900" cy="571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3009900" y="7734300"/>
            <a:ext cx="4114800" cy="2235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7620000" y="7937500"/>
            <a:ext cx="4216400" cy="1790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2369800" y="7734300"/>
            <a:ext cx="4368800" cy="2679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7145000" y="7734300"/>
            <a:ext cx="4521200" cy="2235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6725900" y="1498600"/>
            <a:ext cx="6426200" cy="4813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6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1239500" y="1905000"/>
            <a:ext cx="11391900" cy="11531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66900" y="901700"/>
            <a:ext cx="596900" cy="596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600200" y="368300"/>
            <a:ext cx="1143000" cy="5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692400" y="787400"/>
            <a:ext cx="18440400" cy="1320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8000" y="1879600"/>
            <a:ext cx="11163300" cy="11595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6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866900" y="901700"/>
            <a:ext cx="596900" cy="596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600200" y="368300"/>
            <a:ext cx="1143000" cy="50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692400" y="787400"/>
            <a:ext cx="14084300" cy="1092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84300" y="2235200"/>
            <a:ext cx="20218400" cy="2362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424400" y="6858000"/>
            <a:ext cx="5486400" cy="5473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6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600" y="-444500"/>
            <a:ext cx="23672800" cy="1118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66900" y="901700"/>
            <a:ext cx="596900" cy="596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368300"/>
            <a:ext cx="22199600" cy="8255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6ED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600" y="-444500"/>
            <a:ext cx="23672800" cy="11188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866900" y="901700"/>
            <a:ext cx="596900" cy="596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57200" y="368300"/>
            <a:ext cx="22199600" cy="8902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On-screen Show (4:3)</ep:PresentationFormat>
  <ep:Paragraphs>0</ep:Paragraphs>
  <ep:Slides>11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이미종</cp:lastModifiedBy>
  <dcterms:modified xsi:type="dcterms:W3CDTF">2025-11-16T01:38:08.956</dcterms:modified>
  <cp:revision>2</cp:revision>
  <cp:version/>
</cp:coreProperties>
</file>