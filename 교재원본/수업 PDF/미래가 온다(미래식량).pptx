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6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0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3296900"/>
            <a:ext cx="24384000" cy="419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98600" y="1841500"/>
            <a:ext cx="11239500" cy="7442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252700" y="1397000"/>
            <a:ext cx="7010400" cy="9982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247100" y="520700"/>
            <a:ext cx="25908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419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3911600"/>
            <a:ext cx="24003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512800" y="419100"/>
            <a:ext cx="5181600" cy="13296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419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2362200"/>
            <a:ext cx="11645900" cy="157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4900" y="4165600"/>
            <a:ext cx="11950700" cy="9652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190200" y="12928600"/>
            <a:ext cx="647700" cy="355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694400" y="419100"/>
            <a:ext cx="5689600" cy="13296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419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76300" y="850900"/>
            <a:ext cx="108712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2463800"/>
            <a:ext cx="23329900" cy="10782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419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76300" y="850900"/>
            <a:ext cx="108712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2463800"/>
            <a:ext cx="23329900" cy="8445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419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76300" y="850900"/>
            <a:ext cx="10871200" cy="130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41300" y="2463800"/>
            <a:ext cx="24396700" cy="1059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419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76300" y="850900"/>
            <a:ext cx="10871200" cy="130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41300" y="2463800"/>
            <a:ext cx="24396700" cy="15252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419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2900" y="876300"/>
            <a:ext cx="161925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44500" y="3797300"/>
            <a:ext cx="13119100" cy="7124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71500" y="2070100"/>
            <a:ext cx="9918700" cy="9918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419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2900" y="876300"/>
            <a:ext cx="161925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44500" y="3797300"/>
            <a:ext cx="14211300" cy="7823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73400" y="3454400"/>
            <a:ext cx="8077200" cy="7581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419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92100" y="1511300"/>
            <a:ext cx="15709900" cy="11823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306800" y="1511300"/>
            <a:ext cx="8407400" cy="4495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306800" y="6019800"/>
            <a:ext cx="8077200" cy="5130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419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1244600"/>
            <a:ext cx="88900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16400" y="4305300"/>
            <a:ext cx="16459200" cy="355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