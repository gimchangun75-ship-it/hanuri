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5.png" Type="http://schemas.openxmlformats.org/officeDocument/2006/relationships/image"/><Relationship Id="rId13" Target="../media/image16.png" Type="http://schemas.openxmlformats.org/officeDocument/2006/relationships/image"/><Relationship Id="rId14" Target="../media/image17.png" Type="http://schemas.openxmlformats.org/officeDocument/2006/relationships/image"/><Relationship Id="rId15" Target="../media/image18.png" Type="http://schemas.openxmlformats.org/officeDocument/2006/relationships/image"/><Relationship Id="rId16" Target="../media/image19.png" Type="http://schemas.openxmlformats.org/officeDocument/2006/relationships/image"/><Relationship Id="rId17" Target="../media/image20.png" Type="http://schemas.openxmlformats.org/officeDocument/2006/relationships/image"/><Relationship Id="rId18" Target="../media/image21.png" Type="http://schemas.openxmlformats.org/officeDocument/2006/relationships/image"/><Relationship Id="rId19" Target="../media/image22.png" Type="http://schemas.openxmlformats.org/officeDocument/2006/relationships/image"/><Relationship Id="rId2" Target="../media/image6.png" Type="http://schemas.openxmlformats.org/officeDocument/2006/relationships/image"/><Relationship Id="rId20" Target="../media/image23.png" Type="http://schemas.openxmlformats.org/officeDocument/2006/relationships/image"/><Relationship Id="rId21" Target="../media/image24.png" Type="http://schemas.openxmlformats.org/officeDocument/2006/relationships/image"/><Relationship Id="rId22" Target="../media/image25.png" Type="http://schemas.openxmlformats.org/officeDocument/2006/relationships/image"/><Relationship Id="rId23" Target="../media/image26.png" Type="http://schemas.openxmlformats.org/officeDocument/2006/relationships/image"/><Relationship Id="rId24" Target="../media/image27.png" Type="http://schemas.openxmlformats.org/officeDocument/2006/relationships/image"/><Relationship Id="rId25" Target="../media/image28.png" Type="http://schemas.openxmlformats.org/officeDocument/2006/relationships/image"/><Relationship Id="rId26" Target="../media/image29.pn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38.png" Type="http://schemas.openxmlformats.org/officeDocument/2006/relationships/image"/><Relationship Id="rId13" Target="../media/image39.png" Type="http://schemas.openxmlformats.org/officeDocument/2006/relationships/image"/><Relationship Id="rId14" Target="../media/image40.png" Type="http://schemas.openxmlformats.org/officeDocument/2006/relationships/image"/><Relationship Id="rId15" Target="../media/image41.png" Type="http://schemas.openxmlformats.org/officeDocument/2006/relationships/image"/><Relationship Id="rId16" Target="../media/image42.png" Type="http://schemas.openxmlformats.org/officeDocument/2006/relationships/image"/><Relationship Id="rId17" Target="../media/image43.png" Type="http://schemas.openxmlformats.org/officeDocument/2006/relationships/image"/><Relationship Id="rId18" Target="../media/image44.png" Type="http://schemas.openxmlformats.org/officeDocument/2006/relationships/image"/><Relationship Id="rId19" Target="../media/image45.png" Type="http://schemas.openxmlformats.org/officeDocument/2006/relationships/image"/><Relationship Id="rId2" Target="../media/image1.png" Type="http://schemas.openxmlformats.org/officeDocument/2006/relationships/image"/><Relationship Id="rId20" Target="../media/image46.png" Type="http://schemas.openxmlformats.org/officeDocument/2006/relationships/image"/><Relationship Id="rId21" Target="../media/image27.png" Type="http://schemas.openxmlformats.org/officeDocument/2006/relationships/image"/><Relationship Id="rId22" Target="../media/image47.png" Type="http://schemas.openxmlformats.org/officeDocument/2006/relationships/image"/><Relationship Id="rId23" Target="../media/image29.png" Type="http://schemas.openxmlformats.org/officeDocument/2006/relationships/image"/><Relationship Id="rId3" Target="../media/image2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png" Type="http://schemas.openxmlformats.org/officeDocument/2006/relationships/image"/><Relationship Id="rId12" Target="../media/image56.png" Type="http://schemas.openxmlformats.org/officeDocument/2006/relationships/image"/><Relationship Id="rId13" Target="../media/image57.png" Type="http://schemas.openxmlformats.org/officeDocument/2006/relationships/image"/><Relationship Id="rId14" Target="../media/image58.png" Type="http://schemas.openxmlformats.org/officeDocument/2006/relationships/image"/><Relationship Id="rId15" Target="../media/image27.png" Type="http://schemas.openxmlformats.org/officeDocument/2006/relationships/image"/><Relationship Id="rId16" Target="../media/image59.png" Type="http://schemas.openxmlformats.org/officeDocument/2006/relationships/image"/><Relationship Id="rId17" Target="../media/image2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8.png" Type="http://schemas.openxmlformats.org/officeDocument/2006/relationships/image"/><Relationship Id="rId5" Target="../media/image49.pn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Relationship Id="rId8" Target="../media/image52.png" Type="http://schemas.openxmlformats.org/officeDocument/2006/relationships/image"/><Relationship Id="rId9" Target="../media/image5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5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31800" y="406400"/>
            <a:ext cx="17424400" cy="9461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901700"/>
            <a:ext cx="16383000" cy="8483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536700" y="1803400"/>
            <a:ext cx="17957800" cy="5829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130800" y="6680200"/>
            <a:ext cx="8026400" cy="939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172200" y="6604000"/>
            <a:ext cx="6019800" cy="1231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5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31800" y="406400"/>
            <a:ext cx="17424400" cy="9461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901700"/>
            <a:ext cx="16383000" cy="8483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038600" y="3619500"/>
            <a:ext cx="10248900" cy="9398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902700" y="4927600"/>
            <a:ext cx="4826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74900" y="6794500"/>
            <a:ext cx="3911600" cy="1422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023100" y="7759700"/>
            <a:ext cx="4013200" cy="14224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553200" y="7086600"/>
            <a:ext cx="1308100" cy="546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515100" y="7137400"/>
            <a:ext cx="1333500" cy="5334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496300" y="7086600"/>
            <a:ext cx="1308100" cy="546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458200" y="7137400"/>
            <a:ext cx="1282700" cy="533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426700" y="7086600"/>
            <a:ext cx="1308100" cy="546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388600" y="7137400"/>
            <a:ext cx="1320800" cy="533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657600" y="5219700"/>
            <a:ext cx="1143000" cy="495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8521700" y="5219700"/>
            <a:ext cx="1143000" cy="495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3385800" y="5219700"/>
            <a:ext cx="1104900" cy="495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4267200" y="4991100"/>
            <a:ext cx="9766300" cy="1905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7188200" y="6858000"/>
            <a:ext cx="3898900" cy="190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2166600" y="6642100"/>
            <a:ext cx="3721100" cy="1727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5925800" y="6997700"/>
            <a:ext cx="1739900" cy="2628900"/>
          </a:xfrm>
          <a:prstGeom prst="rect">
            <a:avLst/>
          </a:prstGeom>
        </p:spPr>
      </p:pic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8801100" y="6692900"/>
            <a:ext cx="673100" cy="25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7924800" y="5422900"/>
            <a:ext cx="2425700" cy="1092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8115300" y="5778500"/>
            <a:ext cx="1879600" cy="635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3073400" y="5422900"/>
            <a:ext cx="2425700" cy="1092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895600" y="5778500"/>
            <a:ext cx="2374900" cy="584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2776200" y="5422900"/>
            <a:ext cx="2425700" cy="10922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2484100" y="5778500"/>
            <a:ext cx="2603500" cy="635000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6108700" y="2298700"/>
            <a:ext cx="6070600" cy="10033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4940300" y="2082800"/>
            <a:ext cx="7378700" cy="1625600"/>
          </a:xfrm>
          <a:prstGeom prst="rect">
            <a:avLst/>
          </a:prstGeom>
        </p:spPr>
      </p:pic>
      <p:grpSp>
        <p:nvGrpSpPr>
          <p:cNvPr name="Group 37" id="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8" id="38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5588000" y="2311400"/>
            <a:ext cx="1054100" cy="1003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5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31800" y="406400"/>
            <a:ext cx="17424400" cy="9461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901700"/>
            <a:ext cx="16383000" cy="84836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47625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82700" y="1587500"/>
            <a:ext cx="15722600" cy="38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33400" y="6680200"/>
            <a:ext cx="3568700" cy="596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490200" y="6680200"/>
            <a:ext cx="3568700" cy="596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353300" y="6680200"/>
            <a:ext cx="3568700" cy="596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254500" y="6680200"/>
            <a:ext cx="3568700" cy="596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98600" y="6680200"/>
            <a:ext cx="3149600" cy="5969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1428750000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835400" y="3035300"/>
            <a:ext cx="5486400" cy="101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82700" y="6756400"/>
            <a:ext cx="2844800" cy="584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381500" y="6756400"/>
            <a:ext cx="27813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442200" y="6756400"/>
            <a:ext cx="2819400" cy="533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528300" y="6756400"/>
            <a:ext cx="2832100" cy="533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3716000" y="6756400"/>
            <a:ext cx="2743200" cy="533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612900" y="7391400"/>
            <a:ext cx="2717800" cy="1231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584700" y="7454900"/>
            <a:ext cx="2781300" cy="825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7785100" y="7454900"/>
            <a:ext cx="2781300" cy="8255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0845800" y="7416800"/>
            <a:ext cx="2781300" cy="825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3995400" y="7480300"/>
            <a:ext cx="2768600" cy="10795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6108700" y="2298700"/>
            <a:ext cx="6070600" cy="1003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5664200" y="2095500"/>
            <a:ext cx="6642100" cy="1663700"/>
          </a:xfrm>
          <a:prstGeom prst="rect">
            <a:avLst/>
          </a:prstGeom>
        </p:spPr>
      </p:pic>
      <p:grpSp>
        <p:nvGrpSpPr>
          <p:cNvPr name="Group 27" id="2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5588000" y="2311400"/>
            <a:ext cx="1054100" cy="1003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5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31800" y="406400"/>
            <a:ext cx="17424400" cy="9461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901700"/>
            <a:ext cx="16383000" cy="8483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749800" y="3644900"/>
            <a:ext cx="7658100" cy="65278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73300" y="4165600"/>
            <a:ext cx="1943100" cy="596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57400" y="4216400"/>
            <a:ext cx="2247900" cy="6223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73300" y="5334000"/>
            <a:ext cx="1943100" cy="596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57400" y="5384800"/>
            <a:ext cx="2247900" cy="6223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73300" y="7061200"/>
            <a:ext cx="1943100" cy="596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70100" y="7124700"/>
            <a:ext cx="2235200" cy="6223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73300" y="8356600"/>
            <a:ext cx="1943100" cy="596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070100" y="8420100"/>
            <a:ext cx="2235200" cy="6223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648200" y="4178300"/>
            <a:ext cx="6667500" cy="12700"/>
          </a:xfrm>
          <a:prstGeom prst="rect">
            <a:avLst/>
          </a:prstGeom>
        </p:spPr>
      </p:pic>
      <p:grpSp>
        <p:nvGrpSpPr>
          <p:cNvPr name="Group 20" id="20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622800" y="5372100"/>
            <a:ext cx="6667500" cy="12700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648200" y="7073900"/>
            <a:ext cx="6667500" cy="127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419600" y="8356600"/>
            <a:ext cx="6667500" cy="127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585700" y="1092200"/>
            <a:ext cx="5003800" cy="67310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890500" y="1130300"/>
            <a:ext cx="4381500" cy="850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3004800" y="2184400"/>
            <a:ext cx="4241800" cy="5448300"/>
          </a:xfrm>
          <a:prstGeom prst="rect">
            <a:avLst/>
          </a:prstGeom>
        </p:spPr>
      </p:pic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4737100" y="1092200"/>
            <a:ext cx="6070600" cy="10033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3860800" y="889000"/>
            <a:ext cx="7086600" cy="1663700"/>
          </a:xfrm>
          <a:prstGeom prst="rect">
            <a:avLst/>
          </a:prstGeom>
        </p:spPr>
      </p:pic>
      <p:grpSp>
        <p:nvGrpSpPr>
          <p:cNvPr name="Group 32" id="3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3" id="33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216400" y="1104900"/>
            <a:ext cx="1054100" cy="1003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