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slide" Target="slides/slide1.xml"  /><Relationship Id="rId20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이미종</cp:lastModifiedBy>
  <dcterms:modified xsi:type="dcterms:W3CDTF">2026-10-22T00:49:27.435</dcterms:modified>
  <cp:revision>2</cp:revision>
  <cp:version/>
</cp:coreProperties>
</file>