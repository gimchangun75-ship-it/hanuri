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24384000" cy="13716000"/>
  <p:notesSz cx="6858000" cy="9144000"/>
  <p:embeddedFontLst>
    <p:embeddedFont>
      <p:font typeface="GangwonEduPower"/>
      <p:regular r:id="rId18"/>
    </p:embeddedFont>
    <p:embeddedFont>
      <p:font typeface="Pretendard SemiBold"/>
      <p:bold r:id="rId19"/>
    </p:embeddedFont>
    <p:embeddedFont>
      <p:font typeface="Pretendard Medium"/>
      <p:bold r:id="rId20"/>
    </p:embeddedFont>
    <p:embeddedFont>
      <p:font typeface="Pretendard Regular"/>
      <p:regular r:id="rId21"/>
    </p:embeddedFont>
    <p:embeddedFont>
      <p:font typeface="Pretendard ExtraBold"/>
      <p:bold r:id="rId22"/>
    </p:embeddedFont>
    <p:embeddedFont>
      <p:font typeface="Pretendard Bold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.fntdata" Type="http://schemas.openxmlformats.org/officeDocument/2006/relationships/font"/><Relationship Id="rId19" Target="fonts/font2.fntdata" Type="http://schemas.openxmlformats.org/officeDocument/2006/relationships/font"/><Relationship Id="rId2" Target="presProps.xml" Type="http://schemas.openxmlformats.org/officeDocument/2006/relationships/presProps"/><Relationship Id="rId20" Target="fonts/font3.fntdata" Type="http://schemas.openxmlformats.org/officeDocument/2006/relationships/font"/><Relationship Id="rId21" Target="fonts/font4.fntdata" Type="http://schemas.openxmlformats.org/officeDocument/2006/relationships/font"/><Relationship Id="rId22" Target="fonts/font5.fntdata" Type="http://schemas.openxmlformats.org/officeDocument/2006/relationships/font"/><Relationship Id="rId23" Target="fonts/font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12" Target="../media/image15.png" Type="http://schemas.openxmlformats.org/officeDocument/2006/relationships/image"/><Relationship Id="rId13" Target="../media/image16.png" Type="http://schemas.openxmlformats.org/officeDocument/2006/relationships/image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png" Type="http://schemas.openxmlformats.org/officeDocument/2006/relationships/image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png" Type="http://schemas.openxmlformats.org/officeDocument/2006/relationships/image"/><Relationship Id="rId12" Target="../media/image33.png" Type="http://schemas.openxmlformats.org/officeDocument/2006/relationships/image"/><Relationship Id="rId13" Target="../media/image34.png" Type="http://schemas.openxmlformats.org/officeDocument/2006/relationships/image"/><Relationship Id="rId14" Target="../media/image35.png" Type="http://schemas.openxmlformats.org/officeDocument/2006/relationships/image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11" Target="../media/image43.png" Type="http://schemas.openxmlformats.org/officeDocument/2006/relationships/image"/><Relationship Id="rId12" Target="../media/image44.png" Type="http://schemas.openxmlformats.org/officeDocument/2006/relationships/image"/><Relationship Id="rId13" Target="../media/image45.png" Type="http://schemas.openxmlformats.org/officeDocument/2006/relationships/image"/><Relationship Id="rId14" Target="../media/image46.png" Type="http://schemas.openxmlformats.org/officeDocument/2006/relationships/image"/><Relationship Id="rId15" Target="../media/image47.png" Type="http://schemas.openxmlformats.org/officeDocument/2006/relationships/image"/><Relationship Id="rId2" Target="../media/image36.png" Type="http://schemas.openxmlformats.org/officeDocument/2006/relationships/image"/><Relationship Id="rId3" Target="../media/image37.png" Type="http://schemas.openxmlformats.org/officeDocument/2006/relationships/image"/><Relationship Id="rId4" Target="../media/image2.png" Type="http://schemas.openxmlformats.org/officeDocument/2006/relationships/image"/><Relationship Id="rId5" Target="../media/image1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png" Type="http://schemas.openxmlformats.org/officeDocument/2006/relationships/image"/><Relationship Id="rId11" Target="../media/image54.png" Type="http://schemas.openxmlformats.org/officeDocument/2006/relationships/image"/><Relationship Id="rId12" Target="../media/image55.png" Type="http://schemas.openxmlformats.org/officeDocument/2006/relationships/image"/><Relationship Id="rId13" Target="../media/image56.png" Type="http://schemas.openxmlformats.org/officeDocument/2006/relationships/image"/><Relationship Id="rId14" Target="../media/image57.png" Type="http://schemas.openxmlformats.org/officeDocument/2006/relationships/image"/><Relationship Id="rId2" Target="../media/image48.png" Type="http://schemas.openxmlformats.org/officeDocument/2006/relationships/image"/><Relationship Id="rId3" Target="../media/image2.png" Type="http://schemas.openxmlformats.org/officeDocument/2006/relationships/image"/><Relationship Id="rId4" Target="../media/image1.png" Type="http://schemas.openxmlformats.org/officeDocument/2006/relationships/image"/><Relationship Id="rId5" Target="../media/image49.png" Type="http://schemas.openxmlformats.org/officeDocument/2006/relationships/image"/><Relationship Id="rId6" Target="../media/image39.png" Type="http://schemas.openxmlformats.org/officeDocument/2006/relationships/image"/><Relationship Id="rId7" Target="../media/image50.png" Type="http://schemas.openxmlformats.org/officeDocument/2006/relationships/image"/><Relationship Id="rId8" Target="../media/image51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png" Type="http://schemas.openxmlformats.org/officeDocument/2006/relationships/image"/><Relationship Id="rId11" Target="../media/image65.png" Type="http://schemas.openxmlformats.org/officeDocument/2006/relationships/image"/><Relationship Id="rId12" Target="../media/image66.png" Type="http://schemas.openxmlformats.org/officeDocument/2006/relationships/image"/><Relationship Id="rId13" Target="../media/image67.png" Type="http://schemas.openxmlformats.org/officeDocument/2006/relationships/image"/><Relationship Id="rId14" Target="../media/image68.png" Type="http://schemas.openxmlformats.org/officeDocument/2006/relationships/image"/><Relationship Id="rId15" Target="../media/image69.png" Type="http://schemas.openxmlformats.org/officeDocument/2006/relationships/image"/><Relationship Id="rId16" Target="../media/image70.png" Type="http://schemas.openxmlformats.org/officeDocument/2006/relationships/image"/><Relationship Id="rId17" Target="../media/image71.png" Type="http://schemas.openxmlformats.org/officeDocument/2006/relationships/image"/><Relationship Id="rId18" Target="../media/image72.png" Type="http://schemas.openxmlformats.org/officeDocument/2006/relationships/image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media/image58.png" Type="http://schemas.openxmlformats.org/officeDocument/2006/relationships/image"/><Relationship Id="rId5" Target="../media/image59.png" Type="http://schemas.openxmlformats.org/officeDocument/2006/relationships/image"/><Relationship Id="rId6" Target="../media/image60.png" Type="http://schemas.openxmlformats.org/officeDocument/2006/relationships/image"/><Relationship Id="rId7" Target="../media/image61.png" Type="http://schemas.openxmlformats.org/officeDocument/2006/relationships/image"/><Relationship Id="rId8" Target="../media/image62.png" Type="http://schemas.openxmlformats.org/officeDocument/2006/relationships/image"/><Relationship Id="rId9" Target="../media/image6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9.png" Type="http://schemas.openxmlformats.org/officeDocument/2006/relationships/image"/><Relationship Id="rId11" Target="../media/image80.png" Type="http://schemas.openxmlformats.org/officeDocument/2006/relationships/image"/><Relationship Id="rId12" Target="../media/image81.png" Type="http://schemas.openxmlformats.org/officeDocument/2006/relationships/image"/><Relationship Id="rId13" Target="../media/image82.png" Type="http://schemas.openxmlformats.org/officeDocument/2006/relationships/image"/><Relationship Id="rId14" Target="../media/image83.png" Type="http://schemas.openxmlformats.org/officeDocument/2006/relationships/image"/><Relationship Id="rId15" Target="../media/image84.png" Type="http://schemas.openxmlformats.org/officeDocument/2006/relationships/image"/><Relationship Id="rId16" Target="../media/image85.png" Type="http://schemas.openxmlformats.org/officeDocument/2006/relationships/image"/><Relationship Id="rId17" Target="../media/image86.png" Type="http://schemas.openxmlformats.org/officeDocument/2006/relationships/image"/><Relationship Id="rId18" Target="../media/image87.png" Type="http://schemas.openxmlformats.org/officeDocument/2006/relationships/image"/><Relationship Id="rId19" Target="../media/image88.png" Type="http://schemas.openxmlformats.org/officeDocument/2006/relationships/image"/><Relationship Id="rId2" Target="../media/image73.png" Type="http://schemas.openxmlformats.org/officeDocument/2006/relationships/image"/><Relationship Id="rId3" Target="../media/image74.png" Type="http://schemas.openxmlformats.org/officeDocument/2006/relationships/image"/><Relationship Id="rId4" Target="../media/image75.png" Type="http://schemas.openxmlformats.org/officeDocument/2006/relationships/image"/><Relationship Id="rId5" Target="../media/image76.png" Type="http://schemas.openxmlformats.org/officeDocument/2006/relationships/image"/><Relationship Id="rId6" Target="../media/image2.png" Type="http://schemas.openxmlformats.org/officeDocument/2006/relationships/image"/><Relationship Id="rId7" Target="../media/image1.png" Type="http://schemas.openxmlformats.org/officeDocument/2006/relationships/image"/><Relationship Id="rId8" Target="../media/image77.png" Type="http://schemas.openxmlformats.org/officeDocument/2006/relationships/image"/><Relationship Id="rId9" Target="../media/image7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5.png" Type="http://schemas.openxmlformats.org/officeDocument/2006/relationships/image"/><Relationship Id="rId11" Target="../media/image96.png" Type="http://schemas.openxmlformats.org/officeDocument/2006/relationships/image"/><Relationship Id="rId12" Target="../media/image97.png" Type="http://schemas.openxmlformats.org/officeDocument/2006/relationships/image"/><Relationship Id="rId13" Target="../media/image98.png" Type="http://schemas.openxmlformats.org/officeDocument/2006/relationships/image"/><Relationship Id="rId14" Target="../media/image99.png" Type="http://schemas.openxmlformats.org/officeDocument/2006/relationships/image"/><Relationship Id="rId15" Target="../media/image100.png" Type="http://schemas.openxmlformats.org/officeDocument/2006/relationships/image"/><Relationship Id="rId16" Target="../media/image101.png" Type="http://schemas.openxmlformats.org/officeDocument/2006/relationships/image"/><Relationship Id="rId17" Target="../media/image102.png" Type="http://schemas.openxmlformats.org/officeDocument/2006/relationships/image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media/image89.png" Type="http://schemas.openxmlformats.org/officeDocument/2006/relationships/image"/><Relationship Id="rId5" Target="../media/image90.png" Type="http://schemas.openxmlformats.org/officeDocument/2006/relationships/image"/><Relationship Id="rId6" Target="../media/image91.png" Type="http://schemas.openxmlformats.org/officeDocument/2006/relationships/image"/><Relationship Id="rId7" Target="../media/image92.png" Type="http://schemas.openxmlformats.org/officeDocument/2006/relationships/image"/><Relationship Id="rId8" Target="../media/image93.png" Type="http://schemas.openxmlformats.org/officeDocument/2006/relationships/image"/><Relationship Id="rId9" Target="../media/image9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9.png" Type="http://schemas.openxmlformats.org/officeDocument/2006/relationships/image"/><Relationship Id="rId11" Target="../media/image96.png" Type="http://schemas.openxmlformats.org/officeDocument/2006/relationships/image"/><Relationship Id="rId12" Target="../media/image110.png" Type="http://schemas.openxmlformats.org/officeDocument/2006/relationships/image"/><Relationship Id="rId13" Target="../media/image98.png" Type="http://schemas.openxmlformats.org/officeDocument/2006/relationships/image"/><Relationship Id="rId14" Target="../media/image111.png" Type="http://schemas.openxmlformats.org/officeDocument/2006/relationships/image"/><Relationship Id="rId15" Target="../media/image100.png" Type="http://schemas.openxmlformats.org/officeDocument/2006/relationships/image"/><Relationship Id="rId16" Target="../media/image112.png" Type="http://schemas.openxmlformats.org/officeDocument/2006/relationships/image"/><Relationship Id="rId17" Target="../media/image113.png" Type="http://schemas.openxmlformats.org/officeDocument/2006/relationships/image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media/image103.png" Type="http://schemas.openxmlformats.org/officeDocument/2006/relationships/image"/><Relationship Id="rId5" Target="../media/image104.png" Type="http://schemas.openxmlformats.org/officeDocument/2006/relationships/image"/><Relationship Id="rId6" Target="../media/image105.png" Type="http://schemas.openxmlformats.org/officeDocument/2006/relationships/image"/><Relationship Id="rId7" Target="../media/image106.png" Type="http://schemas.openxmlformats.org/officeDocument/2006/relationships/image"/><Relationship Id="rId8" Target="../media/image107.png" Type="http://schemas.openxmlformats.org/officeDocument/2006/relationships/image"/><Relationship Id="rId9" Target="../media/image10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media/image114.png" Type="http://schemas.openxmlformats.org/officeDocument/2006/relationships/image"/><Relationship Id="rId5" Target="../media/image115.png" Type="http://schemas.openxmlformats.org/officeDocument/2006/relationships/image"/><Relationship Id="rId6" Target="../media/image116.png" Type="http://schemas.openxmlformats.org/officeDocument/2006/relationships/image"/><Relationship Id="rId7" Target="../media/image117.png" Type="http://schemas.openxmlformats.org/officeDocument/2006/relationships/image"/><Relationship Id="rId8" Target="../media/image1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media/image119.png" Type="http://schemas.openxmlformats.org/officeDocument/2006/relationships/image"/><Relationship Id="rId5" Target="../media/image120.png" Type="http://schemas.openxmlformats.org/officeDocument/2006/relationships/image"/><Relationship Id="rId6" Target="../media/image121.png" Type="http://schemas.openxmlformats.org/officeDocument/2006/relationships/image"/><Relationship Id="rId7" Target="../media/image122.png" Type="http://schemas.openxmlformats.org/officeDocument/2006/relationships/image"/><Relationship Id="rId8" Target="../media/image12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1F1F1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90500" y="1104900"/>
            <a:ext cx="24765000" cy="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90500" y="12573000"/>
            <a:ext cx="24765000" cy="1143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067300" y="5905500"/>
            <a:ext cx="14249400" cy="3467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67300" y="3606800"/>
            <a:ext cx="14262100" cy="2374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074400" y="165100"/>
            <a:ext cx="13119100" cy="901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510000" y="12687300"/>
            <a:ext cx="7683500" cy="901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1F1F1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90500" y="12573000"/>
            <a:ext cx="24765000" cy="1143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90500" y="1104900"/>
            <a:ext cx="247650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859500" y="12801600"/>
            <a:ext cx="45085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-5400000">
            <a:off x="17170400" y="3149600"/>
            <a:ext cx="1016000" cy="9182100"/>
          </a:xfrm>
          <a:prstGeom prst="rect">
            <a:avLst/>
          </a:prstGeom>
          <a:effectLst>
            <a:outerShdw dir="8100000" dist="93880" blurRad="40681">
              <a:srgbClr val="000000">
                <a:alpha val="10000"/>
              </a:srgbClr>
            </a:outerShdw>
          </a:effectLst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3953">
            <a:off x="7315200" y="7442200"/>
            <a:ext cx="82804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 rot="-5400000">
            <a:off x="17043400" y="-1257300"/>
            <a:ext cx="1016000" cy="9144000"/>
          </a:xfrm>
          <a:prstGeom prst="rect">
            <a:avLst/>
          </a:prstGeom>
          <a:effectLst>
            <a:outerShdw dir="8100000" dist="93785" blurRad="40640">
              <a:srgbClr val="000000">
                <a:alpha val="10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737100" y="1308100"/>
            <a:ext cx="13436600" cy="1993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449300" y="7442200"/>
            <a:ext cx="8509000" cy="711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274800" y="2946400"/>
            <a:ext cx="6832600" cy="711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271500" y="4203700"/>
            <a:ext cx="8877300" cy="4368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449300" y="8572500"/>
            <a:ext cx="8991600" cy="3683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49400" y="2565400"/>
            <a:ext cx="8369300" cy="8166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1F1F1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90500" y="12573000"/>
            <a:ext cx="24765000" cy="1143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90500" y="1104900"/>
            <a:ext cx="247650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-5400000">
            <a:off x="9956800" y="-4546600"/>
            <a:ext cx="2273300" cy="18681700"/>
          </a:xfrm>
          <a:prstGeom prst="rect">
            <a:avLst/>
          </a:prstGeom>
          <a:effectLst>
            <a:outerShdw dir="8100000" dist="209417" blurRad="90747">
              <a:srgbClr val="000000">
                <a:alpha val="10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-5400000">
            <a:off x="12001500" y="-1638300"/>
            <a:ext cx="2273300" cy="18694400"/>
          </a:xfrm>
          <a:prstGeom prst="rect">
            <a:avLst/>
          </a:prstGeom>
          <a:effectLst>
            <a:outerShdw dir="8100000" dist="209417" blurRad="90747">
              <a:srgbClr val="000000">
                <a:alpha val="10000"/>
              </a:srgbClr>
            </a:outerShdw>
          </a:effectLst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 rot="-5400000">
            <a:off x="9994900" y="1346200"/>
            <a:ext cx="2273300" cy="18567400"/>
          </a:xfrm>
          <a:prstGeom prst="rect">
            <a:avLst/>
          </a:prstGeom>
          <a:effectLst>
            <a:outerShdw dir="8100000" dist="209417" blurRad="90747">
              <a:srgbClr val="000000">
                <a:alpha val="10000"/>
              </a:srgbClr>
            </a:outerShdw>
          </a:effectLst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8859500" y="12801600"/>
            <a:ext cx="4508500" cy="660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473700" y="1524000"/>
            <a:ext cx="13436600" cy="1993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590800" y="3911600"/>
            <a:ext cx="17233900" cy="1866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806700" y="9728200"/>
            <a:ext cx="16586200" cy="2413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597400" y="6845300"/>
            <a:ext cx="173736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1F1F1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90500" y="12573000"/>
            <a:ext cx="24765000" cy="1143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90500" y="1104900"/>
            <a:ext cx="247650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-5400000">
            <a:off x="4699000" y="1346200"/>
            <a:ext cx="1016000" cy="4927600"/>
          </a:xfrm>
          <a:prstGeom prst="rect">
            <a:avLst/>
          </a:prstGeom>
          <a:effectLst>
            <a:outerShdw dir="8100000" dist="93303" blurRad="40431">
              <a:srgbClr val="000000">
                <a:alpha val="10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-5400000">
            <a:off x="11595100" y="1587500"/>
            <a:ext cx="1016000" cy="4470400"/>
          </a:xfrm>
          <a:prstGeom prst="rect">
            <a:avLst/>
          </a:prstGeom>
          <a:effectLst>
            <a:outerShdw dir="8100000" dist="93303" blurRad="40431">
              <a:srgbClr val="000000">
                <a:alpha val="10000"/>
              </a:srgbClr>
            </a:outerShdw>
          </a:effectLst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 rot="-5400000">
            <a:off x="18948400" y="1485900"/>
            <a:ext cx="1016000" cy="4660900"/>
          </a:xfrm>
          <a:prstGeom prst="rect">
            <a:avLst/>
          </a:prstGeom>
          <a:effectLst>
            <a:outerShdw dir="8100000" dist="93303" blurRad="40431">
              <a:srgbClr val="000000">
                <a:alpha val="10000"/>
              </a:srgbClr>
            </a:outerShdw>
          </a:effectLst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473700" y="1460500"/>
            <a:ext cx="13436600" cy="1993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441700" y="3454400"/>
            <a:ext cx="3517900" cy="711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096500" y="3454400"/>
            <a:ext cx="3962400" cy="711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386300" y="3517900"/>
            <a:ext cx="4178300" cy="711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8859500" y="12801600"/>
            <a:ext cx="4508500" cy="660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616200" y="5143500"/>
            <a:ext cx="5168900" cy="6629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867900" y="5143500"/>
            <a:ext cx="5092700" cy="6629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7132300" y="5143500"/>
            <a:ext cx="5143500" cy="6629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1F1F1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739900" y="5143500"/>
            <a:ext cx="9461500" cy="5003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068300" y="5283200"/>
            <a:ext cx="9461500" cy="5003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90500" y="12573000"/>
            <a:ext cx="24765000" cy="1143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90500" y="1104900"/>
            <a:ext cx="24765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 rot="-5400000">
            <a:off x="6070600" y="-558800"/>
            <a:ext cx="1016000" cy="9461500"/>
          </a:xfrm>
          <a:prstGeom prst="rect">
            <a:avLst/>
          </a:prstGeom>
          <a:effectLst>
            <a:outerShdw dir="8100000" dist="93303" blurRad="40431">
              <a:srgbClr val="000000">
                <a:alpha val="10000"/>
              </a:srgbClr>
            </a:outerShdw>
          </a:effectLst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8204200" y="7772400"/>
            <a:ext cx="7988300" cy="2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 rot="-5400000">
            <a:off x="17297400" y="-558800"/>
            <a:ext cx="1016000" cy="9461500"/>
          </a:xfrm>
          <a:prstGeom prst="rect">
            <a:avLst/>
          </a:prstGeom>
          <a:effectLst>
            <a:outerShdw dir="8100000" dist="93785" blurRad="40640">
              <a:srgbClr val="000000">
                <a:alpha val="10000"/>
              </a:srgbClr>
            </a:outerShdw>
          </a:effectLst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8859500" y="12801600"/>
            <a:ext cx="45085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959100" y="3810000"/>
            <a:ext cx="7239000" cy="711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39900" y="10617200"/>
            <a:ext cx="9677400" cy="1143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376400" y="3810000"/>
            <a:ext cx="6832600" cy="711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473700" y="1524000"/>
            <a:ext cx="13436600" cy="1892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2788900" y="10541000"/>
            <a:ext cx="9906000" cy="1333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6598900" y="9817100"/>
            <a:ext cx="56388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1F1F1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324100" y="5257800"/>
            <a:ext cx="8991600" cy="4762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90500" y="12573000"/>
            <a:ext cx="24765000" cy="1143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90500" y="1104900"/>
            <a:ext cx="247650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-5400000">
            <a:off x="6070600" y="-558800"/>
            <a:ext cx="1016000" cy="9461500"/>
          </a:xfrm>
          <a:prstGeom prst="rect">
            <a:avLst/>
          </a:prstGeom>
          <a:effectLst>
            <a:outerShdw dir="8100000" dist="93303" blurRad="40431">
              <a:srgbClr val="000000">
                <a:alpha val="10000"/>
              </a:srgbClr>
            </a:outerShdw>
          </a:effectLst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204200" y="7772400"/>
            <a:ext cx="79883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 rot="-5400000">
            <a:off x="17297400" y="-558800"/>
            <a:ext cx="1016000" cy="9461500"/>
          </a:xfrm>
          <a:prstGeom prst="rect">
            <a:avLst/>
          </a:prstGeom>
          <a:effectLst>
            <a:outerShdw dir="8100000" dist="93785" blurRad="40640">
              <a:srgbClr val="000000">
                <a:alpha val="10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8859500" y="12801600"/>
            <a:ext cx="4508500" cy="660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959100" y="3810000"/>
            <a:ext cx="7239000" cy="711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286000" y="10617200"/>
            <a:ext cx="9118600" cy="1143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376400" y="3810000"/>
            <a:ext cx="6832600" cy="711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422900" y="1473200"/>
            <a:ext cx="13436600" cy="1993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804900" y="10528300"/>
            <a:ext cx="8432800" cy="1333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3804900" y="5410200"/>
            <a:ext cx="8432800" cy="4508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1F1F1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90500" y="12573000"/>
            <a:ext cx="24765000" cy="1143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90500" y="1104900"/>
            <a:ext cx="247650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678400" y="5257800"/>
            <a:ext cx="4851400" cy="6565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395200" y="5257800"/>
            <a:ext cx="4851400" cy="6565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124700" y="5257800"/>
            <a:ext cx="4851400" cy="6565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841500" y="5257800"/>
            <a:ext cx="4851400" cy="6565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 rot="-5400000">
            <a:off x="3759200" y="1816100"/>
            <a:ext cx="1016000" cy="4711700"/>
          </a:xfrm>
          <a:prstGeom prst="rect">
            <a:avLst/>
          </a:prstGeom>
          <a:effectLst>
            <a:outerShdw dir="8100000" dist="93303" blurRad="40431">
              <a:srgbClr val="000000">
                <a:alpha val="10000"/>
              </a:srgbClr>
            </a:outerShdw>
          </a:effectLst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 rot="-5400000">
            <a:off x="9042400" y="1816100"/>
            <a:ext cx="1016000" cy="4711700"/>
          </a:xfrm>
          <a:prstGeom prst="rect">
            <a:avLst/>
          </a:prstGeom>
          <a:effectLst>
            <a:outerShdw dir="8100000" dist="93303" blurRad="40431">
              <a:srgbClr val="000000">
                <a:alpha val="10000"/>
              </a:srgbClr>
            </a:outerShdw>
          </a:effectLst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>
            <a:alphaModFix amt="50000"/>
          </a:blip>
          <a:stretch>
            <a:fillRect/>
          </a:stretch>
        </p:blipFill>
        <p:spPr>
          <a:xfrm rot="-5400000">
            <a:off x="14312900" y="1816100"/>
            <a:ext cx="1016000" cy="4711700"/>
          </a:xfrm>
          <a:prstGeom prst="rect">
            <a:avLst/>
          </a:prstGeom>
          <a:effectLst>
            <a:outerShdw dir="8100000" dist="93303" blurRad="40431">
              <a:srgbClr val="000000">
                <a:alpha val="10000"/>
              </a:srgbClr>
            </a:outerShdw>
          </a:effectLst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>
            <a:alphaModFix amt="50000"/>
          </a:blip>
          <a:stretch>
            <a:fillRect/>
          </a:stretch>
        </p:blipFill>
        <p:spPr>
          <a:xfrm rot="-5400000">
            <a:off x="19596100" y="1816100"/>
            <a:ext cx="1016000" cy="4711700"/>
          </a:xfrm>
          <a:prstGeom prst="rect">
            <a:avLst/>
          </a:prstGeom>
          <a:effectLst>
            <a:outerShdw dir="8100000" dist="93303" blurRad="40431">
              <a:srgbClr val="000000">
                <a:alpha val="10000"/>
              </a:srgbClr>
            </a:outerShdw>
          </a:effectLst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676900" y="1397000"/>
            <a:ext cx="13436600" cy="1993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8859500" y="12801600"/>
            <a:ext cx="4508500" cy="660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730500" y="3810000"/>
            <a:ext cx="3073400" cy="711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8013700" y="3810000"/>
            <a:ext cx="3073400" cy="711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2814300" y="3810000"/>
            <a:ext cx="4025900" cy="711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8567400" y="3810000"/>
            <a:ext cx="3073400" cy="711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8356600" y="11379200"/>
            <a:ext cx="3454400" cy="2794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3525500" y="11379200"/>
            <a:ext cx="34544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1F1F1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0">
            <a:off x="1841500" y="3683000"/>
            <a:ext cx="10134600" cy="3937000"/>
          </a:xfrm>
          <a:prstGeom prst="rect">
            <a:avLst/>
          </a:prstGeom>
          <a:effectLst>
            <a:outerShdw dir="2700000" dist="151238" blurRad="58983">
              <a:srgbClr val="000000">
                <a:alpha val="1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0">
            <a:off x="12395200" y="3683000"/>
            <a:ext cx="10134600" cy="3937000"/>
          </a:xfrm>
          <a:prstGeom prst="rect">
            <a:avLst/>
          </a:prstGeom>
          <a:effectLst>
            <a:outerShdw dir="2700000" dist="151238" blurRad="58983">
              <a:srgbClr val="000000">
                <a:alpha val="1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0">
            <a:off x="1841500" y="7886700"/>
            <a:ext cx="10134600" cy="3937000"/>
          </a:xfrm>
          <a:prstGeom prst="rect">
            <a:avLst/>
          </a:prstGeom>
          <a:effectLst>
            <a:outerShdw dir="2700000" dist="151238" blurRad="58983">
              <a:srgbClr val="000000">
                <a:alpha val="10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0">
            <a:off x="12395200" y="7886700"/>
            <a:ext cx="10134600" cy="3937000"/>
          </a:xfrm>
          <a:prstGeom prst="rect">
            <a:avLst/>
          </a:prstGeom>
          <a:effectLst>
            <a:outerShdw dir="2700000" dist="151238" blurRad="58983">
              <a:srgbClr val="000000">
                <a:alpha val="10000"/>
              </a:srgbClr>
            </a:outerShdw>
          </a:effectLst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190500" y="12573000"/>
            <a:ext cx="247650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-190500" y="1104900"/>
            <a:ext cx="24765000" cy="2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 rot="-5400000">
            <a:off x="6400800" y="2362200"/>
            <a:ext cx="1016000" cy="4851400"/>
          </a:xfrm>
          <a:prstGeom prst="rect">
            <a:avLst/>
          </a:prstGeom>
          <a:effectLst>
            <a:outerShdw dir="8100000" dist="93303" blurRad="40431">
              <a:srgbClr val="000000">
                <a:alpha val="10000"/>
              </a:srgbClr>
            </a:outerShdw>
          </a:effectLst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 rot="-5400000">
            <a:off x="16954500" y="2362200"/>
            <a:ext cx="1016000" cy="4851400"/>
          </a:xfrm>
          <a:prstGeom prst="rect">
            <a:avLst/>
          </a:prstGeom>
          <a:effectLst>
            <a:outerShdw dir="8100000" dist="93303" blurRad="40431">
              <a:srgbClr val="000000">
                <a:alpha val="10000"/>
              </a:srgbClr>
            </a:outerShdw>
          </a:effectLst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 rot="-5400000">
            <a:off x="6400800" y="6629400"/>
            <a:ext cx="1016000" cy="4851400"/>
          </a:xfrm>
          <a:prstGeom prst="rect">
            <a:avLst/>
          </a:prstGeom>
          <a:effectLst>
            <a:outerShdw dir="8100000" dist="93303" blurRad="40431">
              <a:srgbClr val="000000">
                <a:alpha val="10000"/>
              </a:srgbClr>
            </a:outerShdw>
          </a:effectLst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 rot="-5400000">
            <a:off x="16954500" y="6629400"/>
            <a:ext cx="1016000" cy="4851400"/>
          </a:xfrm>
          <a:prstGeom prst="rect">
            <a:avLst/>
          </a:prstGeom>
          <a:effectLst>
            <a:outerShdw dir="8100000" dist="93303" blurRad="40431">
              <a:srgbClr val="000000">
                <a:alpha val="10000"/>
              </a:srgbClr>
            </a:outerShdw>
          </a:effectLst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8859500" y="12801600"/>
            <a:ext cx="4508500" cy="660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676900" y="1422400"/>
            <a:ext cx="13436600" cy="1993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984500" y="5765800"/>
            <a:ext cx="7391400" cy="1143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448300" y="4432300"/>
            <a:ext cx="2921000" cy="711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3589000" y="5765800"/>
            <a:ext cx="8343900" cy="1231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5443200" y="4432300"/>
            <a:ext cx="3949700" cy="711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984500" y="9855200"/>
            <a:ext cx="7391400" cy="1143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5448300" y="8699500"/>
            <a:ext cx="2921000" cy="711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3589000" y="9944100"/>
            <a:ext cx="7391400" cy="11430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5087600" y="8699500"/>
            <a:ext cx="4737100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1F1F1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90500" y="12573000"/>
            <a:ext cx="24765000" cy="1143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90500" y="1104900"/>
            <a:ext cx="247650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41500" y="4876800"/>
            <a:ext cx="91059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41500" y="8724900"/>
            <a:ext cx="8763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 rot="-5400000">
            <a:off x="2578100" y="2946400"/>
            <a:ext cx="1016000" cy="2476500"/>
          </a:xfrm>
          <a:prstGeom prst="rect">
            <a:avLst/>
          </a:prstGeom>
          <a:effectLst>
            <a:outerShdw dir="8100000" dist="93303" blurRad="40431">
              <a:srgbClr val="000000">
                <a:alpha val="10000"/>
              </a:srgbClr>
            </a:outerShdw>
          </a:effectLst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 rot="-5400000">
            <a:off x="2578100" y="4699000"/>
            <a:ext cx="1016000" cy="2476500"/>
          </a:xfrm>
          <a:prstGeom prst="rect">
            <a:avLst/>
          </a:prstGeom>
          <a:effectLst>
            <a:outerShdw dir="8100000" dist="93303" blurRad="40431">
              <a:srgbClr val="000000">
                <a:alpha val="10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 rot="-5400000">
            <a:off x="2705100" y="8826500"/>
            <a:ext cx="1016000" cy="2476500"/>
          </a:xfrm>
          <a:prstGeom prst="rect">
            <a:avLst/>
          </a:prstGeom>
          <a:effectLst>
            <a:outerShdw dir="8100000" dist="93214" blurRad="40393">
              <a:srgbClr val="000000">
                <a:alpha val="10000"/>
              </a:srgbClr>
            </a:outerShdw>
          </a:effectLst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473700" y="1498600"/>
            <a:ext cx="13436600" cy="1993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940300" y="3937000"/>
            <a:ext cx="4635500" cy="508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044700" y="3835400"/>
            <a:ext cx="2082800" cy="711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940300" y="5245100"/>
            <a:ext cx="5753100" cy="3048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044700" y="5588000"/>
            <a:ext cx="2082800" cy="711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4940300" y="9715500"/>
            <a:ext cx="5664200" cy="1231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171700" y="9715500"/>
            <a:ext cx="2082800" cy="711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8859500" y="12801600"/>
            <a:ext cx="4508500" cy="660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2814300" y="3937000"/>
            <a:ext cx="10769600" cy="7251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1F1F1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90500" y="12573000"/>
            <a:ext cx="24765000" cy="1143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90500" y="1104900"/>
            <a:ext cx="247650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41500" y="4876800"/>
            <a:ext cx="103251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41500" y="8724900"/>
            <a:ext cx="99695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 rot="-5400000">
            <a:off x="2578100" y="2806700"/>
            <a:ext cx="1016000" cy="2476500"/>
          </a:xfrm>
          <a:prstGeom prst="rect">
            <a:avLst/>
          </a:prstGeom>
          <a:effectLst>
            <a:outerShdw dir="8100000" dist="93303" blurRad="40431">
              <a:srgbClr val="000000">
                <a:alpha val="10000"/>
              </a:srgbClr>
            </a:outerShdw>
          </a:effectLst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 rot="-5400000">
            <a:off x="2578100" y="4699000"/>
            <a:ext cx="1016000" cy="2476500"/>
          </a:xfrm>
          <a:prstGeom prst="rect">
            <a:avLst/>
          </a:prstGeom>
          <a:effectLst>
            <a:outerShdw dir="8100000" dist="93303" blurRad="40431">
              <a:srgbClr val="000000">
                <a:alpha val="10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 rot="-5400000">
            <a:off x="2705100" y="8826500"/>
            <a:ext cx="1016000" cy="2476500"/>
          </a:xfrm>
          <a:prstGeom prst="rect">
            <a:avLst/>
          </a:prstGeom>
          <a:effectLst>
            <a:outerShdw dir="8100000" dist="93214" blurRad="40393">
              <a:srgbClr val="000000">
                <a:alpha val="10000"/>
              </a:srgbClr>
            </a:outerShdw>
          </a:effectLst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473700" y="1435100"/>
            <a:ext cx="13436600" cy="1993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940300" y="3746500"/>
            <a:ext cx="6400800" cy="596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044700" y="3683000"/>
            <a:ext cx="2082800" cy="711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940300" y="4648200"/>
            <a:ext cx="6858000" cy="5143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044700" y="5588000"/>
            <a:ext cx="2082800" cy="711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4940300" y="9563100"/>
            <a:ext cx="6731000" cy="1231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171700" y="9715500"/>
            <a:ext cx="2082800" cy="711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8859500" y="12801600"/>
            <a:ext cx="4508500" cy="660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3462000" y="4038600"/>
            <a:ext cx="102743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1F1F1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90500" y="12573000"/>
            <a:ext cx="24765000" cy="1143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90500" y="1104900"/>
            <a:ext cx="247650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626100" y="1752600"/>
            <a:ext cx="13436600" cy="1993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859500" y="12801600"/>
            <a:ext cx="4508500" cy="660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77900" y="3708400"/>
            <a:ext cx="10579100" cy="7048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569700" y="3708400"/>
            <a:ext cx="5245100" cy="7086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802100" y="3746500"/>
            <a:ext cx="52451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1F1F1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90500" y="12573000"/>
            <a:ext cx="24765000" cy="1143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90500" y="1104900"/>
            <a:ext cx="247650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0">
            <a:off x="1181100" y="3746500"/>
            <a:ext cx="22415500" cy="8089900"/>
          </a:xfrm>
          <a:prstGeom prst="rect">
            <a:avLst/>
          </a:prstGeom>
          <a:effectLst>
            <a:outerShdw dir="2700000" dist="310938" blurRad="121266">
              <a:srgbClr val="000000">
                <a:alpha val="10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859500" y="12801600"/>
            <a:ext cx="4483100" cy="660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257800" y="1130300"/>
            <a:ext cx="13436600" cy="1993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683000" y="4368800"/>
            <a:ext cx="16598900" cy="6108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192000" y="10782300"/>
            <a:ext cx="9207500" cy="520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