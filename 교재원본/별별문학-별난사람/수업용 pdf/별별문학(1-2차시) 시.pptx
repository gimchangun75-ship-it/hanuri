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5156200" cy="2882900"/>
  <p:notesSz cx="5156200" cy="2882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6715" y="893699"/>
            <a:ext cx="4382770" cy="605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73430" y="1614424"/>
            <a:ext cx="3609340" cy="72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7810" y="663067"/>
            <a:ext cx="2242947" cy="190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55443" y="663067"/>
            <a:ext cx="2242947" cy="190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6252" y="646002"/>
            <a:ext cx="17875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6252" y="1194164"/>
            <a:ext cx="2388870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53108" y="2681097"/>
            <a:ext cx="1649984" cy="144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7810" y="2681097"/>
            <a:ext cx="1185926" cy="144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712464" y="2681097"/>
            <a:ext cx="1185926" cy="144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4924" y="140240"/>
            <a:ext cx="49784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5">
                <a:latin typeface="맑은 고딕"/>
                <a:cs typeface="맑은 고딕"/>
              </a:rPr>
              <a:t>햇비</a:t>
            </a:r>
            <a:endParaRPr sz="18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739" y="712327"/>
            <a:ext cx="1262380" cy="15278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70"/>
              </a:spcBef>
            </a:pPr>
            <a:r>
              <a:rPr dirty="0" sz="1150" spc="30">
                <a:latin typeface="맑은 고딕"/>
                <a:cs typeface="맑은 고딕"/>
              </a:rPr>
              <a:t>아씨처럼 나린다  보슬보슬 </a:t>
            </a:r>
            <a:r>
              <a:rPr dirty="0" sz="1150" spc="35">
                <a:latin typeface="맑은 고딕"/>
                <a:cs typeface="맑은 고딕"/>
              </a:rPr>
              <a:t>햇비  </a:t>
            </a:r>
            <a:r>
              <a:rPr dirty="0" sz="1150" spc="25">
                <a:latin typeface="맑은 고딕"/>
                <a:cs typeface="맑은 고딕"/>
              </a:rPr>
              <a:t>맞아 주자 </a:t>
            </a:r>
            <a:r>
              <a:rPr dirty="0" sz="1150" spc="35">
                <a:latin typeface="맑은 고딕"/>
                <a:cs typeface="맑은 고딕"/>
              </a:rPr>
              <a:t>다 </a:t>
            </a:r>
            <a:r>
              <a:rPr dirty="0" sz="1150" spc="25">
                <a:latin typeface="맑은 고딕"/>
                <a:cs typeface="맑은 고딕"/>
              </a:rPr>
              <a:t>같이  </a:t>
            </a:r>
            <a:r>
              <a:rPr dirty="0" sz="1150" spc="30">
                <a:latin typeface="맑은 고딕"/>
                <a:cs typeface="맑은 고딕"/>
              </a:rPr>
              <a:t>옥수숫대처럼</a:t>
            </a:r>
            <a:r>
              <a:rPr dirty="0" sz="1150" spc="-22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크게  닷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자</a:t>
            </a:r>
            <a:r>
              <a:rPr dirty="0" sz="1150" spc="-16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엿</a:t>
            </a:r>
            <a:r>
              <a:rPr dirty="0" sz="1150" spc="-16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자</a:t>
            </a:r>
            <a:r>
              <a:rPr dirty="0" sz="1150" spc="-16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자라게  </a:t>
            </a:r>
            <a:r>
              <a:rPr dirty="0" sz="1150" spc="30">
                <a:latin typeface="맑은 고딕"/>
                <a:cs typeface="맑은 고딕"/>
              </a:rPr>
              <a:t>해님이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웃는다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50" spc="35">
                <a:latin typeface="맑은 고딕"/>
                <a:cs typeface="맑은 고딕"/>
              </a:rPr>
              <a:t>나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보고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25">
                <a:latin typeface="맑은 고딕"/>
                <a:cs typeface="맑은 고딕"/>
              </a:rPr>
              <a:t>웃는다</a:t>
            </a:r>
            <a:r>
              <a:rPr dirty="0" baseline="2415" sz="1725" spc="37">
                <a:latin typeface="맑은 고딕"/>
                <a:cs typeface="맑은 고딕"/>
              </a:rPr>
              <a:t>.</a:t>
            </a:r>
            <a:endParaRPr baseline="2415" sz="1725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6252" y="712327"/>
            <a:ext cx="1297305" cy="15278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70"/>
              </a:spcBef>
            </a:pPr>
            <a:r>
              <a:rPr dirty="0" sz="1150" spc="35">
                <a:latin typeface="맑은 고딕"/>
                <a:cs typeface="맑은 고딕"/>
              </a:rPr>
              <a:t>하늘 다리 </a:t>
            </a:r>
            <a:r>
              <a:rPr dirty="0" sz="1150" spc="30">
                <a:latin typeface="맑은 고딕"/>
                <a:cs typeface="맑은 고딕"/>
              </a:rPr>
              <a:t>놓였다  알롱달롱 </a:t>
            </a:r>
            <a:r>
              <a:rPr dirty="0" sz="1150" spc="35">
                <a:latin typeface="맑은 고딕"/>
                <a:cs typeface="맑은 고딕"/>
              </a:rPr>
              <a:t>무지개  </a:t>
            </a:r>
            <a:r>
              <a:rPr dirty="0" sz="1150" spc="30">
                <a:latin typeface="맑은 고딕"/>
                <a:cs typeface="맑은 고딕"/>
              </a:rPr>
              <a:t>노래하자 </a:t>
            </a:r>
            <a:r>
              <a:rPr dirty="0" sz="1150" spc="35">
                <a:latin typeface="맑은 고딕"/>
                <a:cs typeface="맑은 고딕"/>
              </a:rPr>
              <a:t>즐겁게  </a:t>
            </a:r>
            <a:r>
              <a:rPr dirty="0" sz="1150" spc="30">
                <a:latin typeface="맑은 고딕"/>
                <a:cs typeface="맑은 고딕"/>
              </a:rPr>
              <a:t>동무들아</a:t>
            </a:r>
            <a:r>
              <a:rPr dirty="0" sz="1150" spc="-18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이리</a:t>
            </a:r>
            <a:r>
              <a:rPr dirty="0" sz="1150" spc="-18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오나  다 같이 춤을 추자  </a:t>
            </a:r>
            <a:r>
              <a:rPr dirty="0" sz="1150" spc="30">
                <a:latin typeface="맑은 고딕"/>
                <a:cs typeface="맑은 고딕"/>
              </a:rPr>
              <a:t>해님이 웃는다  즐거워</a:t>
            </a:r>
            <a:r>
              <a:rPr dirty="0" sz="1150" spc="-140">
                <a:latin typeface="맑은 고딕"/>
                <a:cs typeface="맑은 고딕"/>
              </a:rPr>
              <a:t> </a:t>
            </a:r>
            <a:r>
              <a:rPr dirty="0" sz="1150" spc="25">
                <a:latin typeface="맑은 고딕"/>
                <a:cs typeface="맑은 고딕"/>
              </a:rPr>
              <a:t>웃는다</a:t>
            </a:r>
            <a:r>
              <a:rPr dirty="0" baseline="2415" sz="1725" spc="37">
                <a:latin typeface="Calibri"/>
                <a:cs typeface="Calibri"/>
              </a:rPr>
              <a:t>.</a:t>
            </a:r>
            <a:endParaRPr baseline="2415" sz="172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4195" y="196267"/>
            <a:ext cx="1859280" cy="3073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5"/>
              <a:t>오</a:t>
            </a:r>
            <a:r>
              <a:rPr dirty="0" baseline="3003" sz="2775" spc="7">
                <a:latin typeface="Calibri"/>
                <a:cs typeface="Calibri"/>
              </a:rPr>
              <a:t>-</a:t>
            </a:r>
            <a:r>
              <a:rPr dirty="0" sz="1850" spc="5"/>
              <a:t>메</a:t>
            </a:r>
            <a:r>
              <a:rPr dirty="0" sz="1850" spc="-270"/>
              <a:t> </a:t>
            </a:r>
            <a:r>
              <a:rPr dirty="0" sz="1850" spc="10"/>
              <a:t>단풍</a:t>
            </a:r>
            <a:r>
              <a:rPr dirty="0" sz="1850" spc="-265"/>
              <a:t> </a:t>
            </a:r>
            <a:r>
              <a:rPr dirty="0" sz="1850" spc="5"/>
              <a:t>들것네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739" y="875867"/>
            <a:ext cx="1932305" cy="8724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50"/>
              </a:spcBef>
            </a:pPr>
            <a:r>
              <a:rPr dirty="0" sz="1150" spc="25">
                <a:latin typeface="바탕"/>
                <a:cs typeface="바탕"/>
              </a:rPr>
              <a:t></a:t>
            </a:r>
            <a:r>
              <a:rPr dirty="0" baseline="2415" sz="1725" spc="37">
                <a:latin typeface="맑은 고딕"/>
                <a:cs typeface="맑은 고딕"/>
              </a:rPr>
              <a:t>오</a:t>
            </a:r>
            <a:r>
              <a:rPr dirty="0" baseline="4830" sz="1725" spc="37">
                <a:latin typeface="Calibri"/>
                <a:cs typeface="Calibri"/>
              </a:rPr>
              <a:t>-</a:t>
            </a:r>
            <a:r>
              <a:rPr dirty="0" baseline="2415" sz="1725" spc="37">
                <a:latin typeface="맑은 고딕"/>
                <a:cs typeface="맑은 고딕"/>
              </a:rPr>
              <a:t>매 단풍 </a:t>
            </a:r>
            <a:r>
              <a:rPr dirty="0" baseline="2415" sz="1725" spc="44">
                <a:latin typeface="맑은 고딕"/>
                <a:cs typeface="맑은 고딕"/>
              </a:rPr>
              <a:t>들것네</a:t>
            </a:r>
            <a:r>
              <a:rPr dirty="0" sz="1150" spc="30">
                <a:latin typeface="바탕"/>
                <a:cs typeface="바탕"/>
              </a:rPr>
              <a:t>  </a:t>
            </a:r>
            <a:r>
              <a:rPr dirty="0" sz="1150" spc="30">
                <a:latin typeface="맑은 고딕"/>
                <a:cs typeface="맑은 고딕"/>
              </a:rPr>
              <a:t>장광에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골붙은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감잎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날러오아  누이는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놀란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듯이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치어다보며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150" spc="25">
                <a:latin typeface="바탕"/>
                <a:cs typeface="바탕"/>
              </a:rPr>
              <a:t></a:t>
            </a:r>
            <a:r>
              <a:rPr dirty="0" baseline="2415" sz="1725" spc="37">
                <a:latin typeface="맑은 고딕"/>
                <a:cs typeface="맑은 고딕"/>
              </a:rPr>
              <a:t>오</a:t>
            </a:r>
            <a:r>
              <a:rPr dirty="0" baseline="4830" sz="1725" spc="37">
                <a:latin typeface="Calibri"/>
                <a:cs typeface="Calibri"/>
              </a:rPr>
              <a:t>-</a:t>
            </a:r>
            <a:r>
              <a:rPr dirty="0" baseline="2415" sz="1725" spc="37">
                <a:latin typeface="굴림"/>
                <a:cs typeface="굴림"/>
              </a:rPr>
              <a:t>매 </a:t>
            </a:r>
            <a:r>
              <a:rPr dirty="0" baseline="2415" sz="1725" spc="37">
                <a:latin typeface="맑은 고딕"/>
                <a:cs typeface="맑은 고딕"/>
              </a:rPr>
              <a:t>단풍</a:t>
            </a:r>
            <a:r>
              <a:rPr dirty="0" baseline="2415" sz="1725" spc="-412">
                <a:latin typeface="맑은 고딕"/>
                <a:cs typeface="맑은 고딕"/>
              </a:rPr>
              <a:t> </a:t>
            </a:r>
            <a:r>
              <a:rPr dirty="0" baseline="2415" sz="1725" spc="44">
                <a:latin typeface="맑은 고딕"/>
                <a:cs typeface="맑은 고딕"/>
              </a:rPr>
              <a:t>들것네</a:t>
            </a:r>
            <a:r>
              <a:rPr dirty="0" sz="1150" spc="30">
                <a:latin typeface="바탕"/>
                <a:cs typeface="바탕"/>
              </a:rPr>
              <a:t></a:t>
            </a:r>
            <a:endParaRPr sz="1150">
              <a:latin typeface="바탕"/>
              <a:cs typeface="바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3514" y="860724"/>
            <a:ext cx="1781810" cy="887094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21800"/>
              </a:lnSpc>
              <a:spcBef>
                <a:spcPts val="80"/>
              </a:spcBef>
            </a:pPr>
            <a:r>
              <a:rPr dirty="0" sz="1150" spc="30">
                <a:latin typeface="맑은 고딕"/>
                <a:cs typeface="맑은 고딕"/>
              </a:rPr>
              <a:t>추석이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내일모레</a:t>
            </a:r>
            <a:r>
              <a:rPr dirty="0" sz="1150" spc="-15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기둘니리  바람이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자지어서</a:t>
            </a:r>
            <a:r>
              <a:rPr dirty="0" sz="1150" spc="-15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걱정이리  누이의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마음아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나를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보아라</a:t>
            </a:r>
            <a:endParaRPr sz="1150">
              <a:latin typeface="맑은 고딕"/>
              <a:cs typeface="맑은 고딕"/>
            </a:endParaRPr>
          </a:p>
          <a:p>
            <a:pPr algn="just" marL="12700">
              <a:lnSpc>
                <a:spcPct val="100000"/>
              </a:lnSpc>
              <a:spcBef>
                <a:spcPts val="375"/>
              </a:spcBef>
            </a:pPr>
            <a:r>
              <a:rPr dirty="0" sz="1150" spc="25">
                <a:latin typeface="바탕"/>
                <a:cs typeface="바탕"/>
              </a:rPr>
              <a:t></a:t>
            </a:r>
            <a:r>
              <a:rPr dirty="0" baseline="2415" sz="1725" spc="37">
                <a:latin typeface="맑은 고딕"/>
                <a:cs typeface="맑은 고딕"/>
              </a:rPr>
              <a:t>오</a:t>
            </a:r>
            <a:r>
              <a:rPr dirty="0" baseline="4830" sz="1725" spc="37">
                <a:latin typeface="Calibri"/>
                <a:cs typeface="Calibri"/>
              </a:rPr>
              <a:t>-</a:t>
            </a:r>
            <a:r>
              <a:rPr dirty="0" baseline="2415" sz="1725" spc="37">
                <a:latin typeface="맑은 고딕"/>
                <a:cs typeface="맑은 고딕"/>
              </a:rPr>
              <a:t>매 단풍</a:t>
            </a:r>
            <a:r>
              <a:rPr dirty="0" baseline="2415" sz="1725" spc="-450">
                <a:latin typeface="맑은 고딕"/>
                <a:cs typeface="맑은 고딕"/>
              </a:rPr>
              <a:t> </a:t>
            </a:r>
            <a:r>
              <a:rPr dirty="0" baseline="2415" sz="1725" spc="44">
                <a:latin typeface="맑은 고딕"/>
                <a:cs typeface="맑은 고딕"/>
              </a:rPr>
              <a:t>들것네</a:t>
            </a:r>
            <a:r>
              <a:rPr dirty="0" sz="1150" spc="30">
                <a:latin typeface="바탕"/>
                <a:cs typeface="바탕"/>
              </a:rPr>
              <a:t></a:t>
            </a:r>
            <a:endParaRPr sz="1150">
              <a:latin typeface="바탕"/>
              <a:cs typeface="바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739" y="238667"/>
            <a:ext cx="1464945" cy="2565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15"/>
              <a:t>까마귀</a:t>
            </a:r>
            <a:r>
              <a:rPr dirty="0" sz="1500" spc="-220"/>
              <a:t> </a:t>
            </a:r>
            <a:r>
              <a:rPr dirty="0" sz="1500" spc="20"/>
              <a:t>검다</a:t>
            </a:r>
            <a:r>
              <a:rPr dirty="0" sz="1500" spc="-215"/>
              <a:t> </a:t>
            </a:r>
            <a:r>
              <a:rPr dirty="0" sz="1500" spc="15"/>
              <a:t>하고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2638638" y="238667"/>
            <a:ext cx="1659889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20">
                <a:latin typeface="맑은 고딕"/>
                <a:cs typeface="맑은 고딕"/>
              </a:rPr>
              <a:t>까마귀</a:t>
            </a:r>
            <a:r>
              <a:rPr dirty="0" sz="1500" spc="-229">
                <a:latin typeface="맑은 고딕"/>
                <a:cs typeface="맑은 고딕"/>
              </a:rPr>
              <a:t> </a:t>
            </a:r>
            <a:r>
              <a:rPr dirty="0" sz="1500" spc="20">
                <a:latin typeface="맑은 고딕"/>
                <a:cs typeface="맑은 고딕"/>
              </a:rPr>
              <a:t>싸우는</a:t>
            </a:r>
            <a:r>
              <a:rPr dirty="0" sz="1500" spc="-215">
                <a:latin typeface="맑은 고딕"/>
                <a:cs typeface="맑은 고딕"/>
              </a:rPr>
              <a:t> </a:t>
            </a:r>
            <a:r>
              <a:rPr dirty="0" sz="1500" spc="20">
                <a:latin typeface="맑은 고딕"/>
                <a:cs typeface="맑은 고딕"/>
              </a:rPr>
              <a:t>골에</a:t>
            </a:r>
            <a:endParaRPr sz="15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477" y="791977"/>
            <a:ext cx="2343785" cy="62547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5">
                <a:latin typeface="맑은 고딕"/>
                <a:cs typeface="맑은 고딕"/>
              </a:rPr>
              <a:t>까마귀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검다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하고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백로야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웃지마라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>
                <a:latin typeface="굴림"/>
                <a:cs typeface="굴림"/>
              </a:rPr>
              <a:t>겉이</a:t>
            </a:r>
            <a:r>
              <a:rPr dirty="0" sz="1100" spc="-135">
                <a:latin typeface="굴림"/>
                <a:cs typeface="굴림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검은들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속조차</a:t>
            </a:r>
            <a:r>
              <a:rPr dirty="0" sz="1100" spc="-15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검을쏘냐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latin typeface="맑은 고딕"/>
                <a:cs typeface="맑은 고딕"/>
              </a:rPr>
              <a:t>겉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희고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속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검은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것은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너뿐인가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하노라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52" y="793794"/>
            <a:ext cx="2357755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9065">
              <a:lnSpc>
                <a:spcPct val="120200"/>
              </a:lnSpc>
              <a:spcBef>
                <a:spcPts val="100"/>
              </a:spcBef>
            </a:pPr>
            <a:r>
              <a:rPr dirty="0" sz="1050" spc="5">
                <a:latin typeface="맑은 고딕"/>
                <a:cs typeface="맑은 고딕"/>
              </a:rPr>
              <a:t>까마귀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싸우는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10">
                <a:latin typeface="맑은 고딕"/>
                <a:cs typeface="맑은 고딕"/>
              </a:rPr>
              <a:t>골에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백로야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가지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>
                <a:latin typeface="맑은 고딕"/>
                <a:cs typeface="맑은 고딕"/>
              </a:rPr>
              <a:t>마라</a:t>
            </a:r>
            <a:r>
              <a:rPr dirty="0" baseline="2645" sz="1575">
                <a:latin typeface="Calibri"/>
                <a:cs typeface="Calibri"/>
              </a:rPr>
              <a:t>. </a:t>
            </a:r>
            <a:r>
              <a:rPr dirty="0" baseline="2645" sz="1575">
                <a:latin typeface="Calibri"/>
                <a:cs typeface="Calibri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성난</a:t>
            </a:r>
            <a:r>
              <a:rPr dirty="0" sz="1050" spc="-140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까마귀</a:t>
            </a:r>
            <a:r>
              <a:rPr dirty="0" sz="1050" spc="-13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흰빛을</a:t>
            </a:r>
            <a:r>
              <a:rPr dirty="0" sz="1050" spc="-13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시샘할세라</a:t>
            </a:r>
            <a:r>
              <a:rPr dirty="0" baseline="2645" sz="1575" spc="7">
                <a:latin typeface="Calibri"/>
                <a:cs typeface="Calibri"/>
              </a:rPr>
              <a:t>.</a:t>
            </a:r>
            <a:endParaRPr baseline="2645" sz="1575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50" spc="5">
                <a:latin typeface="맑은 고딕"/>
                <a:cs typeface="맑은 고딕"/>
              </a:rPr>
              <a:t>청강에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기껏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씻은</a:t>
            </a:r>
            <a:r>
              <a:rPr dirty="0" sz="1050" spc="-140">
                <a:latin typeface="맑은 고딕"/>
                <a:cs typeface="맑은 고딕"/>
              </a:rPr>
              <a:t> </a:t>
            </a:r>
            <a:r>
              <a:rPr dirty="0" sz="1050" spc="10">
                <a:latin typeface="맑은 고딕"/>
                <a:cs typeface="맑은 고딕"/>
              </a:rPr>
              <a:t>몸을</a:t>
            </a:r>
            <a:r>
              <a:rPr dirty="0" sz="1050" spc="-145">
                <a:latin typeface="맑은 고딕"/>
                <a:cs typeface="맑은 고딕"/>
              </a:rPr>
              <a:t> </a:t>
            </a:r>
            <a:r>
              <a:rPr dirty="0" sz="1050" spc="5">
                <a:latin typeface="맑은 고딕"/>
                <a:cs typeface="맑은 고딕"/>
              </a:rPr>
              <a:t>더럽힐까</a:t>
            </a:r>
            <a:r>
              <a:rPr dirty="0" sz="1050" spc="-140">
                <a:latin typeface="맑은 고딕"/>
                <a:cs typeface="맑은 고딕"/>
              </a:rPr>
              <a:t> </a:t>
            </a:r>
            <a:r>
              <a:rPr dirty="0" sz="1050">
                <a:latin typeface="맑은 고딕"/>
                <a:cs typeface="맑은 고딕"/>
              </a:rPr>
              <a:t>하노라</a:t>
            </a:r>
            <a:r>
              <a:rPr dirty="0" baseline="2645" sz="1575">
                <a:latin typeface="Calibri"/>
                <a:cs typeface="Calibri"/>
              </a:rPr>
              <a:t>.</a:t>
            </a:r>
            <a:endParaRPr baseline="2645" sz="157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877" y="196267"/>
            <a:ext cx="969644" cy="3073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5"/>
              <a:t>비밀번호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282739" y="641157"/>
            <a:ext cx="1111250" cy="41338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50" spc="30">
                <a:latin typeface="맑은 고딕"/>
                <a:cs typeface="맑은 고딕"/>
              </a:rPr>
              <a:t>우리집</a:t>
            </a:r>
            <a:r>
              <a:rPr dirty="0" sz="1150" spc="-204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비밀번호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150" spc="30">
                <a:latin typeface="맑은 고딕"/>
                <a:cs typeface="맑은 고딕"/>
              </a:rPr>
              <a:t>□□□□□□□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227175"/>
            <a:ext cx="1632585" cy="140652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150" spc="30">
                <a:latin typeface="맑은 고딕"/>
                <a:cs typeface="맑은 고딕"/>
              </a:rPr>
              <a:t>누르는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소리로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알아요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30">
                <a:latin typeface="맑은 고딕"/>
                <a:cs typeface="맑은 고딕"/>
              </a:rPr>
              <a:t>□□□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□□□□는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엄마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150" spc="25">
                <a:latin typeface="맑은 고딕"/>
                <a:cs typeface="맑은 고딕"/>
              </a:rPr>
              <a:t>□□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□□□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□□는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아빠</a:t>
            </a:r>
            <a:endParaRPr sz="1150">
              <a:latin typeface="맑은 고딕"/>
              <a:cs typeface="맑은 고딕"/>
            </a:endParaRPr>
          </a:p>
          <a:p>
            <a:pPr marL="12700" marR="40005">
              <a:lnSpc>
                <a:spcPts val="1560"/>
              </a:lnSpc>
              <a:spcBef>
                <a:spcPts val="70"/>
              </a:spcBef>
            </a:pPr>
            <a:r>
              <a:rPr dirty="0" sz="1150" spc="30">
                <a:latin typeface="맑은 고딕"/>
                <a:cs typeface="맑은 고딕"/>
              </a:rPr>
              <a:t>□□□□</a:t>
            </a:r>
            <a:r>
              <a:rPr dirty="0" sz="1150" spc="-18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□□□는</a:t>
            </a:r>
            <a:r>
              <a:rPr dirty="0" sz="1150" spc="-17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누나  </a:t>
            </a:r>
            <a:r>
              <a:rPr dirty="0" sz="1150" spc="30">
                <a:latin typeface="맑은 고딕"/>
                <a:cs typeface="맑은 고딕"/>
              </a:rPr>
              <a:t>할머니는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0890" algn="l"/>
              </a:tabLst>
            </a:pPr>
            <a:r>
              <a:rPr dirty="0" sz="1150" spc="35">
                <a:latin typeface="맑은 고딕"/>
                <a:cs typeface="맑은 고딕"/>
              </a:rPr>
              <a:t>□</a:t>
            </a:r>
            <a:r>
              <a:rPr dirty="0" sz="1150" spc="12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□</a:t>
            </a:r>
            <a:r>
              <a:rPr dirty="0" sz="1150" spc="395">
                <a:latin typeface="맑은 고딕"/>
                <a:cs typeface="맑은 고딕"/>
              </a:rPr>
              <a:t> </a:t>
            </a:r>
            <a:r>
              <a:rPr dirty="0" sz="1150" spc="20">
                <a:latin typeface="Calibri"/>
                <a:cs typeface="Calibri"/>
              </a:rPr>
              <a:t>□	</a:t>
            </a:r>
            <a:r>
              <a:rPr dirty="0" sz="1150" spc="35">
                <a:latin typeface="맑은 고딕"/>
                <a:cs typeface="맑은 고딕"/>
              </a:rPr>
              <a:t>□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298450" algn="l"/>
                <a:tab pos="586740" algn="l"/>
              </a:tabLst>
            </a:pPr>
            <a:r>
              <a:rPr dirty="0" sz="1150" spc="35">
                <a:latin typeface="맑은 고딕"/>
                <a:cs typeface="맑은 고딕"/>
              </a:rPr>
              <a:t>□	□	□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52" y="641157"/>
            <a:ext cx="1783080" cy="664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06070">
              <a:lnSpc>
                <a:spcPct val="121000"/>
              </a:lnSpc>
              <a:spcBef>
                <a:spcPts val="90"/>
              </a:spcBef>
            </a:pPr>
            <a:r>
              <a:rPr dirty="0" sz="1150" spc="35">
                <a:latin typeface="맑은 고딕"/>
                <a:cs typeface="맑은 고딕"/>
              </a:rPr>
              <a:t>제일 </a:t>
            </a:r>
            <a:r>
              <a:rPr dirty="0" sz="1150" spc="30">
                <a:latin typeface="맑은 고딕"/>
                <a:cs typeface="맑은 고딕"/>
              </a:rPr>
              <a:t>천천히 </a:t>
            </a:r>
            <a:r>
              <a:rPr dirty="0" sz="1150" spc="35">
                <a:latin typeface="맑은 고딕"/>
                <a:cs typeface="맑은 고딕"/>
              </a:rPr>
              <a:t>눌러도  제일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빨리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25">
                <a:latin typeface="맑은 고딕"/>
                <a:cs typeface="맑은 고딕"/>
              </a:rPr>
              <a:t>나를</a:t>
            </a:r>
            <a:r>
              <a:rPr dirty="0" sz="1150" spc="-15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부르던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50" spc="35">
                <a:latin typeface="맑은 고딕"/>
                <a:cs typeface="맑은 고딕"/>
              </a:rPr>
              <a:t>이제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기억으로만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남은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소리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1496713"/>
            <a:ext cx="901065" cy="455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90"/>
              </a:spcBef>
              <a:tabLst>
                <a:tab pos="300355" algn="l"/>
                <a:tab pos="586740" algn="l"/>
                <a:tab pos="737235" algn="l"/>
              </a:tabLst>
            </a:pPr>
            <a:r>
              <a:rPr dirty="0" sz="1150" spc="35">
                <a:latin typeface="맑은 고딕"/>
                <a:cs typeface="맑은 고딕"/>
              </a:rPr>
              <a:t>보</a:t>
            </a:r>
            <a:r>
              <a:rPr dirty="0" sz="1150" spc="13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고</a:t>
            </a:r>
            <a:r>
              <a:rPr dirty="0" sz="1150" spc="12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싶</a:t>
            </a:r>
            <a:r>
              <a:rPr dirty="0" sz="1150">
                <a:latin typeface="맑은 고딕"/>
                <a:cs typeface="맑은 고딕"/>
              </a:rPr>
              <a:t>	</a:t>
            </a:r>
            <a:r>
              <a:rPr dirty="0" sz="1150" spc="20">
                <a:latin typeface="맑은 고딕"/>
                <a:cs typeface="맑은 고딕"/>
              </a:rPr>
              <a:t>은  </a:t>
            </a:r>
            <a:r>
              <a:rPr dirty="0" sz="1150" spc="35">
                <a:latin typeface="맑은 고딕"/>
                <a:cs typeface="맑은 고딕"/>
              </a:rPr>
              <a:t>할	머	</a:t>
            </a:r>
            <a:r>
              <a:rPr dirty="0" sz="1150" spc="20">
                <a:latin typeface="맑은 고딕"/>
                <a:cs typeface="맑은 고딕"/>
              </a:rPr>
              <a:t>니</a:t>
            </a:r>
            <a:r>
              <a:rPr dirty="0" baseline="2415" sz="1725" spc="30">
                <a:latin typeface="Calibri"/>
                <a:cs typeface="Calibri"/>
              </a:rPr>
              <a:t>.</a:t>
            </a:r>
            <a:endParaRPr baseline="2415" sz="172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5824" y="208381"/>
            <a:ext cx="1577340" cy="2819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/>
              <a:t>봄은</a:t>
            </a:r>
            <a:r>
              <a:rPr dirty="0" sz="1650" spc="-275"/>
              <a:t> </a:t>
            </a:r>
            <a:r>
              <a:rPr dirty="0" sz="1650" spc="40"/>
              <a:t>고양이로다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113699" y="642065"/>
            <a:ext cx="224599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꽃가루와</a:t>
            </a:r>
            <a:r>
              <a:rPr dirty="0" sz="1100" spc="-16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같이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부드러운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고양이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털에  </a:t>
            </a:r>
            <a:r>
              <a:rPr dirty="0" sz="1100" spc="-5">
                <a:latin typeface="맑은 고딕"/>
                <a:cs typeface="맑은 고딕"/>
              </a:rPr>
              <a:t>고운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봄의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향기가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어리우도다</a:t>
            </a:r>
            <a:r>
              <a:rPr dirty="0" baseline="2525" sz="1650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699" y="1240197"/>
            <a:ext cx="2386330" cy="102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금방울과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같이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호동그란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고양이의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눈에  </a:t>
            </a:r>
            <a:r>
              <a:rPr dirty="0" sz="1100" spc="-5">
                <a:latin typeface="맑은 고딕"/>
                <a:cs typeface="맑은 고딕"/>
              </a:rPr>
              <a:t>미친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봄의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불길이</a:t>
            </a:r>
            <a:r>
              <a:rPr dirty="0" sz="1100" spc="-15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흐르도다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 marR="595630">
              <a:lnSpc>
                <a:spcPct val="119200"/>
              </a:lnSpc>
            </a:pPr>
            <a:r>
              <a:rPr dirty="0" sz="1100" spc="-5">
                <a:latin typeface="굴림"/>
                <a:cs typeface="굴림"/>
              </a:rPr>
              <a:t>고요히</a:t>
            </a:r>
            <a:r>
              <a:rPr dirty="0" sz="1100" spc="-150">
                <a:latin typeface="굴림"/>
                <a:cs typeface="굴림"/>
              </a:rPr>
              <a:t> </a:t>
            </a:r>
            <a:r>
              <a:rPr dirty="0" sz="1100">
                <a:latin typeface="맑은 고딕"/>
                <a:cs typeface="맑은 고딕"/>
              </a:rPr>
              <a:t>다문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고양이의</a:t>
            </a:r>
            <a:r>
              <a:rPr dirty="0" sz="1100" spc="-15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입술에  포근한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봄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졸음이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떠돌아라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9148" y="642065"/>
            <a:ext cx="21056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날카롭게</a:t>
            </a:r>
            <a:r>
              <a:rPr dirty="0" sz="1100" spc="-16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쭉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뻗은</a:t>
            </a:r>
            <a:r>
              <a:rPr dirty="0" sz="1100" spc="-15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고양이의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수염에  푸른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봄의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생기가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뛰놀아라</a:t>
            </a:r>
            <a:r>
              <a:rPr dirty="0" baseline="2525" sz="1650" spc="-7">
                <a:latin typeface="맑은 고딕"/>
                <a:cs typeface="맑은 고딕"/>
              </a:rPr>
              <a:t>.</a:t>
            </a:r>
            <a:endParaRPr baseline="2525" sz="165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739" y="642065"/>
            <a:ext cx="1033780" cy="572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454025">
              <a:lnSpc>
                <a:spcPct val="108400"/>
              </a:lnSpc>
              <a:spcBef>
                <a:spcPts val="100"/>
              </a:spcBef>
            </a:pPr>
            <a:r>
              <a:rPr dirty="0" sz="1100" spc="-15"/>
              <a:t>아</a:t>
            </a:r>
            <a:r>
              <a:rPr dirty="0" sz="1100"/>
              <a:t>침부터  </a:t>
            </a:r>
            <a:r>
              <a:rPr dirty="0" sz="1100"/>
              <a:t>펑</a:t>
            </a:r>
            <a:r>
              <a:rPr dirty="0" sz="1100" spc="-160"/>
              <a:t> </a:t>
            </a:r>
            <a:r>
              <a:rPr dirty="0" sz="1100"/>
              <a:t>펑</a:t>
            </a:r>
            <a:endParaRPr sz="1100"/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5"/>
              <a:t>봄눈이</a:t>
            </a:r>
            <a:r>
              <a:rPr dirty="0" sz="1100" spc="-200"/>
              <a:t> </a:t>
            </a:r>
            <a:r>
              <a:rPr dirty="0" sz="1100" spc="-5"/>
              <a:t>내리더니</a:t>
            </a:r>
            <a:endParaRPr sz="1100"/>
          </a:p>
        </p:txBody>
      </p:sp>
      <p:sp>
        <p:nvSpPr>
          <p:cNvPr id="3" name="object 3"/>
          <p:cNvSpPr txBox="1"/>
          <p:nvPr/>
        </p:nvSpPr>
        <p:spPr>
          <a:xfrm>
            <a:off x="282739" y="1373452"/>
            <a:ext cx="1065530" cy="1125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260">
              <a:lnSpc>
                <a:spcPct val="1093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점심</a:t>
            </a:r>
            <a:r>
              <a:rPr dirty="0" sz="1100" spc="-21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무렵에는  산과</a:t>
            </a:r>
            <a:endParaRPr sz="1100">
              <a:latin typeface="맑은 고딕"/>
              <a:cs typeface="맑은 고딕"/>
            </a:endParaRPr>
          </a:p>
          <a:p>
            <a:pPr marL="12700" marR="485775">
              <a:lnSpc>
                <a:spcPct val="109300"/>
              </a:lnSpc>
            </a:pPr>
            <a:r>
              <a:rPr dirty="0" sz="1100" spc="-5">
                <a:latin typeface="맑은 고딕"/>
                <a:cs typeface="맑은 고딕"/>
              </a:rPr>
              <a:t>들이  </a:t>
            </a:r>
            <a:r>
              <a:rPr dirty="0" sz="1100" spc="-15">
                <a:latin typeface="맑은 고딕"/>
                <a:cs typeface="맑은 고딕"/>
              </a:rPr>
              <a:t>눈</a:t>
            </a:r>
            <a:r>
              <a:rPr dirty="0" sz="1100">
                <a:latin typeface="맑은 고딕"/>
                <a:cs typeface="맑은 고딕"/>
              </a:rPr>
              <a:t>부시게</a:t>
            </a:r>
            <a:endParaRPr sz="1100">
              <a:latin typeface="맑은 고딕"/>
              <a:cs typeface="맑은 고딕"/>
            </a:endParaRPr>
          </a:p>
          <a:p>
            <a:pPr marL="12700" marR="5080">
              <a:lnSpc>
                <a:spcPct val="109300"/>
              </a:lnSpc>
            </a:pPr>
            <a:r>
              <a:rPr dirty="0" sz="1100" spc="-5">
                <a:latin typeface="맑은 고딕"/>
                <a:cs typeface="맑은 고딕"/>
              </a:rPr>
              <a:t>하얀</a:t>
            </a:r>
            <a:r>
              <a:rPr dirty="0" sz="1100" spc="-18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이불을</a:t>
            </a:r>
            <a:r>
              <a:rPr dirty="0" sz="1100" spc="-18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덮고  </a:t>
            </a:r>
            <a:r>
              <a:rPr dirty="0" sz="1100" spc="-5">
                <a:latin typeface="맑은 고딕"/>
                <a:cs typeface="맑은 고딕"/>
              </a:rPr>
              <a:t>잠이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들었다</a:t>
            </a:r>
            <a:r>
              <a:rPr dirty="0" baseline="2525" sz="1650" spc="-7">
                <a:latin typeface="Calibri"/>
                <a:cs typeface="Calibri"/>
              </a:rPr>
              <a:t>.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9545" y="208381"/>
            <a:ext cx="1592580" cy="1005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3367" sz="2475" spc="44">
                <a:latin typeface="Calibri"/>
                <a:cs typeface="Calibri"/>
              </a:rPr>
              <a:t>3</a:t>
            </a:r>
            <a:r>
              <a:rPr dirty="0" sz="1650" spc="30">
                <a:latin typeface="맑은 고딕"/>
                <a:cs typeface="맑은 고딕"/>
              </a:rPr>
              <a:t>월</a:t>
            </a:r>
            <a:endParaRPr sz="1650">
              <a:latin typeface="맑은 고딕"/>
              <a:cs typeface="맑은 고딕"/>
            </a:endParaRPr>
          </a:p>
          <a:p>
            <a:pPr marL="259079">
              <a:lnSpc>
                <a:spcPct val="100000"/>
              </a:lnSpc>
              <a:spcBef>
                <a:spcPts val="1515"/>
              </a:spcBef>
            </a:pPr>
            <a:r>
              <a:rPr dirty="0" sz="1100" spc="-5">
                <a:latin typeface="맑은 고딕"/>
                <a:cs typeface="맑은 고딕"/>
              </a:rPr>
              <a:t>골짝을</a:t>
            </a:r>
            <a:endParaRPr sz="1100">
              <a:latin typeface="맑은 고딕"/>
              <a:cs typeface="맑은 고딕"/>
            </a:endParaRPr>
          </a:p>
          <a:p>
            <a:pPr marL="259079" marR="5080">
              <a:lnSpc>
                <a:spcPts val="1440"/>
              </a:lnSpc>
              <a:spcBef>
                <a:spcPts val="60"/>
              </a:spcBef>
            </a:pPr>
            <a:r>
              <a:rPr dirty="0" sz="1100">
                <a:latin typeface="맑은 고딕"/>
                <a:cs typeface="맑은 고딕"/>
              </a:rPr>
              <a:t>타고</a:t>
            </a:r>
            <a:r>
              <a:rPr dirty="0" sz="1100" spc="-18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내리는</a:t>
            </a:r>
            <a:r>
              <a:rPr dirty="0" sz="1100" spc="-16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물소리만  </a:t>
            </a:r>
            <a:r>
              <a:rPr dirty="0" sz="1100">
                <a:latin typeface="맑은 고딕"/>
                <a:cs typeface="맑은 고딕"/>
              </a:rPr>
              <a:t>나즉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나즉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52" y="1373452"/>
            <a:ext cx="1174115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00"/>
              </a:spcBef>
            </a:pPr>
            <a:r>
              <a:rPr dirty="0" sz="1100">
                <a:latin typeface="맑은 고딕"/>
                <a:cs typeface="맑은 고딕"/>
              </a:rPr>
              <a:t>자장가처럼</a:t>
            </a:r>
            <a:r>
              <a:rPr dirty="0" sz="1100" spc="-23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들리던  하루가</a:t>
            </a:r>
            <a:r>
              <a:rPr dirty="0" sz="1100" spc="-14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지나고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1923128"/>
            <a:ext cx="106553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9300"/>
              </a:lnSpc>
              <a:spcBef>
                <a:spcPts val="100"/>
              </a:spcBef>
            </a:pPr>
            <a:r>
              <a:rPr dirty="0" sz="1100">
                <a:latin typeface="맑은 고딕"/>
                <a:cs typeface="맑은 고딕"/>
              </a:rPr>
              <a:t>다시</a:t>
            </a:r>
            <a:r>
              <a:rPr dirty="0" sz="1100" spc="-19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아침이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오고  </a:t>
            </a:r>
            <a:r>
              <a:rPr dirty="0" sz="1100">
                <a:latin typeface="맑은 고딕"/>
                <a:cs typeface="맑은 고딕"/>
              </a:rPr>
              <a:t>해가 떠오르더니  </a:t>
            </a:r>
            <a:r>
              <a:rPr dirty="0" baseline="2525" sz="1650" spc="-7">
                <a:latin typeface="Calibri"/>
                <a:cs typeface="Calibri"/>
              </a:rPr>
              <a:t>(</a:t>
            </a:r>
            <a:r>
              <a:rPr dirty="0" sz="1100" spc="-5">
                <a:latin typeface="맑은 고딕"/>
                <a:cs typeface="맑은 고딕"/>
              </a:rPr>
              <a:t>후략</a:t>
            </a:r>
            <a:r>
              <a:rPr dirty="0" baseline="2525" sz="1650" spc="-7">
                <a:latin typeface="Calibri"/>
                <a:cs typeface="Calibri"/>
              </a:rPr>
              <a:t>)</a:t>
            </a:r>
            <a:endParaRPr baseline="2525"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6244" y="217467"/>
            <a:ext cx="45529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>
                <a:latin typeface="맑은 고딕"/>
                <a:cs typeface="맑은 고딕"/>
              </a:rPr>
              <a:t>딱지</a:t>
            </a:r>
            <a:endParaRPr sz="16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78" y="646002"/>
            <a:ext cx="2265045" cy="205168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00" spc="15">
                <a:latin typeface="맑은 고딕"/>
                <a:cs typeface="맑은 고딕"/>
              </a:rPr>
              <a:t>나는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어릴</a:t>
            </a:r>
            <a:r>
              <a:rPr dirty="0" sz="1000" spc="-12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때부터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그랬다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 marR="323850">
              <a:lnSpc>
                <a:spcPts val="1450"/>
              </a:lnSpc>
              <a:spcBef>
                <a:spcPts val="70"/>
              </a:spcBef>
            </a:pPr>
            <a:r>
              <a:rPr dirty="0" sz="1000" spc="15">
                <a:latin typeface="맑은 고딕"/>
                <a:cs typeface="맑은 고딕"/>
              </a:rPr>
              <a:t>칠칠치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못한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나는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걸핏하면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넘어져  </a:t>
            </a:r>
            <a:r>
              <a:rPr dirty="0" sz="1000" spc="15">
                <a:latin typeface="맑은 고딕"/>
                <a:cs typeface="맑은 고딕"/>
              </a:rPr>
              <a:t>무릎에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딱지를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달고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다녔다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 marR="165100">
              <a:lnSpc>
                <a:spcPts val="1450"/>
              </a:lnSpc>
              <a:spcBef>
                <a:spcPts val="10"/>
              </a:spcBef>
            </a:pPr>
            <a:r>
              <a:rPr dirty="0" sz="1000" spc="15">
                <a:latin typeface="맑은 고딕"/>
                <a:cs typeface="맑은 고딕"/>
              </a:rPr>
              <a:t>그 흉물 같은 딱지가 보기 싫어  손톱으로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득득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긁어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떼어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내려고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하면  아버지는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그때마다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말씀하셨다</a:t>
            </a:r>
            <a:r>
              <a:rPr dirty="0" baseline="2777" sz="1500" spc="15">
                <a:latin typeface="맑은 고딕"/>
                <a:cs typeface="맑은 고딕"/>
              </a:rPr>
              <a:t>.</a:t>
            </a:r>
            <a:endParaRPr baseline="2777" sz="15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spc="15">
                <a:latin typeface="맑은 고딕"/>
                <a:cs typeface="맑은 고딕"/>
              </a:rPr>
              <a:t>딱지를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떼어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내지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말아라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그래야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낫는다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 marR="352425">
              <a:lnSpc>
                <a:spcPct val="121200"/>
              </a:lnSpc>
            </a:pPr>
            <a:r>
              <a:rPr dirty="0" sz="1000" spc="15">
                <a:latin typeface="굴림"/>
                <a:cs typeface="굴림"/>
              </a:rPr>
              <a:t>아버지</a:t>
            </a:r>
            <a:r>
              <a:rPr dirty="0" sz="1000" spc="-145">
                <a:latin typeface="굴림"/>
                <a:cs typeface="굴림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말씀대로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그대로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놓아두면  까만 </a:t>
            </a:r>
            <a:r>
              <a:rPr dirty="0" sz="1000" spc="10">
                <a:latin typeface="맑은 고딕"/>
                <a:cs typeface="맑은 고딕"/>
              </a:rPr>
              <a:t>고약 같은 딱지가 </a:t>
            </a:r>
            <a:r>
              <a:rPr dirty="0" sz="1000" spc="15">
                <a:latin typeface="맑은 고딕"/>
                <a:cs typeface="맑은 고딕"/>
              </a:rPr>
              <a:t>떨어지고  딱정벌레 날개처럼 하얀 새살이  돋아나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있었다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85"/>
              </a:spcBef>
            </a:pPr>
            <a:r>
              <a:rPr dirty="0" spc="10"/>
              <a:t>지금도 칠칠치 못한 나는  사람에</a:t>
            </a:r>
            <a:r>
              <a:rPr dirty="0" spc="-155"/>
              <a:t> </a:t>
            </a:r>
            <a:r>
              <a:rPr dirty="0" spc="10"/>
              <a:t>걸려</a:t>
            </a:r>
            <a:r>
              <a:rPr dirty="0" spc="-150"/>
              <a:t> </a:t>
            </a:r>
            <a:r>
              <a:rPr dirty="0" spc="15"/>
              <a:t>넘어지고</a:t>
            </a:r>
            <a:r>
              <a:rPr dirty="0" spc="-165"/>
              <a:t> </a:t>
            </a:r>
            <a:r>
              <a:rPr dirty="0" spc="15"/>
              <a:t>부딪히며  </a:t>
            </a:r>
            <a:r>
              <a:rPr dirty="0" spc="10"/>
              <a:t>마음에</a:t>
            </a:r>
            <a:r>
              <a:rPr dirty="0" spc="-135"/>
              <a:t> </a:t>
            </a:r>
            <a:r>
              <a:rPr dirty="0" spc="10"/>
              <a:t>딱지를</a:t>
            </a:r>
            <a:r>
              <a:rPr dirty="0" spc="-130"/>
              <a:t> </a:t>
            </a:r>
            <a:r>
              <a:rPr dirty="0" spc="10"/>
              <a:t>달고</a:t>
            </a:r>
            <a:r>
              <a:rPr dirty="0" spc="-130"/>
              <a:t> </a:t>
            </a:r>
            <a:r>
              <a:rPr dirty="0" spc="10"/>
              <a:t>다닌다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447040">
              <a:lnSpc>
                <a:spcPct val="121200"/>
              </a:lnSpc>
              <a:spcBef>
                <a:spcPts val="95"/>
              </a:spcBef>
            </a:pPr>
            <a:r>
              <a:rPr dirty="0" spc="15"/>
              <a:t>그때마다</a:t>
            </a:r>
            <a:r>
              <a:rPr dirty="0" spc="-155"/>
              <a:t> </a:t>
            </a:r>
            <a:r>
              <a:rPr dirty="0" spc="15"/>
              <a:t>그</a:t>
            </a:r>
            <a:r>
              <a:rPr dirty="0" spc="-140"/>
              <a:t> </a:t>
            </a:r>
            <a:r>
              <a:rPr dirty="0" spc="10"/>
              <a:t>딱지에</a:t>
            </a:r>
            <a:r>
              <a:rPr dirty="0" spc="-135"/>
              <a:t> </a:t>
            </a:r>
            <a:r>
              <a:rPr dirty="0" spc="10"/>
              <a:t>아버지</a:t>
            </a:r>
            <a:r>
              <a:rPr dirty="0" spc="-140"/>
              <a:t> </a:t>
            </a:r>
            <a:r>
              <a:rPr dirty="0" spc="10"/>
              <a:t>말씀이  얹혀진다</a:t>
            </a:r>
            <a:r>
              <a:rPr dirty="0" baseline="2777" sz="1500" spc="15"/>
              <a:t>.</a:t>
            </a:r>
            <a:endParaRPr baseline="2777" sz="1500"/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pc="10"/>
              <a:t>딱지를</a:t>
            </a:r>
            <a:r>
              <a:rPr dirty="0" spc="-135"/>
              <a:t> </a:t>
            </a:r>
            <a:r>
              <a:rPr dirty="0" spc="10"/>
              <a:t>떼지</a:t>
            </a:r>
            <a:r>
              <a:rPr dirty="0" spc="-130"/>
              <a:t> </a:t>
            </a:r>
            <a:r>
              <a:rPr dirty="0" spc="10"/>
              <a:t>말아라</a:t>
            </a:r>
            <a:r>
              <a:rPr dirty="0" spc="-135"/>
              <a:t> </a:t>
            </a:r>
            <a:r>
              <a:rPr dirty="0" spc="10"/>
              <a:t>딱지가</a:t>
            </a:r>
            <a:r>
              <a:rPr dirty="0" spc="-130"/>
              <a:t> </a:t>
            </a:r>
            <a:r>
              <a:rPr dirty="0" spc="10"/>
              <a:t>새살을</a:t>
            </a:r>
            <a:r>
              <a:rPr dirty="0" spc="-145"/>
              <a:t> </a:t>
            </a:r>
            <a:r>
              <a:rPr dirty="0" spc="10"/>
              <a:t>키운다</a:t>
            </a:r>
            <a:r>
              <a:rPr dirty="0" baseline="2777" sz="1500" spc="15"/>
              <a:t>.</a:t>
            </a:r>
            <a:endParaRPr baseline="2777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550" y="120554"/>
            <a:ext cx="1148080" cy="2819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/>
              <a:t>상처의</a:t>
            </a:r>
            <a:r>
              <a:rPr dirty="0" sz="1650" spc="-280"/>
              <a:t> </a:t>
            </a:r>
            <a:r>
              <a:rPr dirty="0" sz="1650" spc="40"/>
              <a:t>교훈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282739" y="633888"/>
            <a:ext cx="1114425" cy="5740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85"/>
              </a:spcBef>
            </a:pPr>
            <a:r>
              <a:rPr dirty="0" sz="1000" spc="10">
                <a:latin typeface="맑은 고딕"/>
                <a:cs typeface="맑은 고딕"/>
              </a:rPr>
              <a:t>마주하긴</a:t>
            </a:r>
            <a:r>
              <a:rPr dirty="0" sz="1000" spc="-16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겁이</a:t>
            </a:r>
            <a:r>
              <a:rPr dirty="0" sz="1000" spc="-17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나서  </a:t>
            </a:r>
            <a:r>
              <a:rPr dirty="0" sz="1000" spc="10">
                <a:latin typeface="맑은 고딕"/>
                <a:cs typeface="맑은 고딕"/>
              </a:rPr>
              <a:t>늦게야 </a:t>
            </a:r>
            <a:r>
              <a:rPr dirty="0" sz="1000" spc="15">
                <a:latin typeface="맑은 고딕"/>
                <a:cs typeface="맑은 고딕"/>
              </a:rPr>
              <a:t>대면하는  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몸의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상처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366790"/>
            <a:ext cx="1816735" cy="1134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3985">
              <a:lnSpc>
                <a:spcPct val="121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상처는 </a:t>
            </a:r>
            <a:r>
              <a:rPr dirty="0" sz="1000" spc="15">
                <a:latin typeface="맑은 고딕"/>
                <a:cs typeface="맑은 고딕"/>
              </a:rPr>
              <a:t>소리 </a:t>
            </a:r>
            <a:r>
              <a:rPr dirty="0" sz="1000" spc="10">
                <a:latin typeface="맑은 고딕"/>
                <a:cs typeface="맑은 고딕"/>
              </a:rPr>
              <a:t>없이 아물어  마침내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고운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꽃으로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앉아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있네  아프고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괴로울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때</a:t>
            </a:r>
            <a:endParaRPr sz="1000">
              <a:latin typeface="맑은 고딕"/>
              <a:cs typeface="맑은 고딕"/>
            </a:endParaRPr>
          </a:p>
          <a:p>
            <a:pPr marL="12700" marR="5080">
              <a:lnSpc>
                <a:spcPct val="121200"/>
              </a:lnSpc>
            </a:pPr>
            <a:r>
              <a:rPr dirty="0" sz="1000" spc="15">
                <a:latin typeface="맑은 고딕"/>
                <a:cs typeface="맑은 고딕"/>
              </a:rPr>
              <a:t>피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흘리며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신음했던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나의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상처는  </a:t>
            </a:r>
            <a:r>
              <a:rPr dirty="0" sz="1000" spc="15">
                <a:latin typeface="맑은 고딕"/>
                <a:cs typeface="맑은 고딕"/>
              </a:rPr>
              <a:t>내</a:t>
            </a:r>
            <a:r>
              <a:rPr dirty="0" sz="1000" spc="-28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마음을 넓히고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0">
                <a:latin typeface="맑은 고딕"/>
                <a:cs typeface="맑은 고딕"/>
              </a:rPr>
              <a:t>지혜를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가르쳤네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1436" y="633888"/>
            <a:ext cx="1789430" cy="943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78510">
              <a:lnSpc>
                <a:spcPct val="119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형체를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알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수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없는  </a:t>
            </a:r>
            <a:r>
              <a:rPr dirty="0" sz="1000" spc="10">
                <a:latin typeface="맑은 고딕"/>
                <a:cs typeface="맑은 고딕"/>
              </a:rPr>
              <a:t>마음의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상처를</a:t>
            </a:r>
            <a:endParaRPr sz="1000">
              <a:latin typeface="맑은 고딕"/>
              <a:cs typeface="맑은 고딕"/>
            </a:endParaRPr>
          </a:p>
          <a:p>
            <a:pPr marL="12700" marR="5080">
              <a:lnSpc>
                <a:spcPct val="121200"/>
              </a:lnSpc>
            </a:pPr>
            <a:r>
              <a:rPr dirty="0" sz="1000" spc="15">
                <a:latin typeface="맑은 고딕"/>
                <a:cs typeface="맑은 고딕"/>
              </a:rPr>
              <a:t>다스리지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못해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힘들었던</a:t>
            </a:r>
            <a:r>
              <a:rPr dirty="0" sz="1000" spc="-16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날들도  </a:t>
            </a:r>
            <a:r>
              <a:rPr dirty="0" sz="1000" spc="10">
                <a:latin typeface="맑은 고딕"/>
                <a:cs typeface="맑은 고딕"/>
              </a:rPr>
              <a:t>이제는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내가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5">
                <a:latin typeface="맑은 고딕"/>
                <a:cs typeface="맑은 고딕"/>
              </a:rPr>
              <a:t>고운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꽃으로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피워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낼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수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있으리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457" y="116011"/>
            <a:ext cx="1626235" cy="2819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/>
              <a:t>사랑하는</a:t>
            </a:r>
            <a:r>
              <a:rPr dirty="0" sz="1650" spc="-245"/>
              <a:t> </a:t>
            </a:r>
            <a:r>
              <a:rPr dirty="0" sz="1650" spc="40"/>
              <a:t>별</a:t>
            </a:r>
            <a:r>
              <a:rPr dirty="0" sz="1650" spc="-240"/>
              <a:t> </a:t>
            </a:r>
            <a:r>
              <a:rPr dirty="0" sz="1650" spc="40"/>
              <a:t>하나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92378" y="570592"/>
            <a:ext cx="1404620" cy="833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6690">
              <a:lnSpc>
                <a:spcPct val="110900"/>
              </a:lnSpc>
              <a:spcBef>
                <a:spcPts val="95"/>
              </a:spcBef>
            </a:pPr>
            <a:r>
              <a:rPr dirty="0" sz="950" spc="20">
                <a:latin typeface="맑은 고딕"/>
                <a:cs typeface="맑은 고딕"/>
              </a:rPr>
              <a:t>나도</a:t>
            </a:r>
            <a:r>
              <a:rPr dirty="0" sz="950" spc="-14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별과</a:t>
            </a:r>
            <a:r>
              <a:rPr dirty="0" sz="950" spc="-13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같은</a:t>
            </a:r>
            <a:r>
              <a:rPr dirty="0" sz="950" spc="-14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사람이  될 수</a:t>
            </a:r>
            <a:r>
              <a:rPr dirty="0" sz="950" spc="-250">
                <a:latin typeface="맑은 고딕"/>
                <a:cs typeface="맑은 고딕"/>
              </a:rPr>
              <a:t> </a:t>
            </a:r>
            <a:r>
              <a:rPr dirty="0" sz="950" spc="15">
                <a:latin typeface="맑은 고딕"/>
                <a:cs typeface="맑은 고딕"/>
              </a:rPr>
              <a:t>있을까</a:t>
            </a:r>
            <a:r>
              <a:rPr dirty="0" baseline="2923" sz="1425" spc="22">
                <a:latin typeface="Calibri"/>
                <a:cs typeface="Calibri"/>
              </a:rPr>
              <a:t>.</a:t>
            </a:r>
            <a:endParaRPr baseline="2923" sz="1425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20">
                <a:latin typeface="맑은 고딕"/>
                <a:cs typeface="맑은 고딕"/>
              </a:rPr>
              <a:t>외로워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쳐다보면</a:t>
            </a:r>
            <a:endParaRPr sz="950">
              <a:latin typeface="맑은 고딕"/>
              <a:cs typeface="맑은 고딕"/>
            </a:endParaRPr>
          </a:p>
          <a:p>
            <a:pPr marL="12700" marR="5080">
              <a:lnSpc>
                <a:spcPct val="111900"/>
              </a:lnSpc>
            </a:pPr>
            <a:r>
              <a:rPr dirty="0" sz="950" spc="20">
                <a:latin typeface="맑은 고딕"/>
                <a:cs typeface="맑은 고딕"/>
              </a:rPr>
              <a:t>눈</a:t>
            </a:r>
            <a:r>
              <a:rPr dirty="0" sz="950" spc="-13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마주쳐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마음</a:t>
            </a:r>
            <a:r>
              <a:rPr dirty="0" sz="950" spc="-140">
                <a:latin typeface="맑은 고딕"/>
                <a:cs typeface="맑은 고딕"/>
              </a:rPr>
              <a:t> </a:t>
            </a:r>
            <a:r>
              <a:rPr dirty="0" sz="950" spc="25">
                <a:latin typeface="맑은 고딕"/>
                <a:cs typeface="맑은 고딕"/>
              </a:rPr>
              <a:t>비춰</a:t>
            </a:r>
            <a:r>
              <a:rPr dirty="0" sz="950" spc="-13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주는  그런</a:t>
            </a:r>
            <a:r>
              <a:rPr dirty="0" sz="950" spc="-13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사람이</a:t>
            </a:r>
            <a:r>
              <a:rPr dirty="0" sz="950" spc="-13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될</a:t>
            </a:r>
            <a:r>
              <a:rPr dirty="0" sz="950" spc="-13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수</a:t>
            </a:r>
            <a:r>
              <a:rPr dirty="0" sz="950" spc="-130">
                <a:latin typeface="맑은 고딕"/>
                <a:cs typeface="맑은 고딕"/>
              </a:rPr>
              <a:t> </a:t>
            </a:r>
            <a:r>
              <a:rPr dirty="0" sz="950" spc="15">
                <a:latin typeface="맑은 고딕"/>
                <a:cs typeface="맑은 고딕"/>
              </a:rPr>
              <a:t>있을까</a:t>
            </a:r>
            <a:r>
              <a:rPr dirty="0" baseline="2923" sz="1425" spc="22">
                <a:latin typeface="Calibri"/>
                <a:cs typeface="Calibri"/>
              </a:rPr>
              <a:t>.</a:t>
            </a:r>
            <a:endParaRPr baseline="2923" sz="1425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78" y="1541232"/>
            <a:ext cx="2390775" cy="8356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50" spc="20">
                <a:latin typeface="맑은 고딕"/>
                <a:cs typeface="맑은 고딕"/>
              </a:rPr>
              <a:t>나도</a:t>
            </a:r>
            <a:r>
              <a:rPr dirty="0" sz="950" spc="-114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꽃이</a:t>
            </a:r>
            <a:r>
              <a:rPr dirty="0" sz="950" spc="-11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될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수</a:t>
            </a:r>
            <a:r>
              <a:rPr dirty="0" sz="950" spc="-11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있을까</a:t>
            </a:r>
            <a:endParaRPr sz="950">
              <a:latin typeface="맑은 고딕"/>
              <a:cs typeface="맑은 고딕"/>
            </a:endParaRPr>
          </a:p>
          <a:p>
            <a:pPr marL="12700" marR="5080">
              <a:lnSpc>
                <a:spcPct val="111900"/>
              </a:lnSpc>
            </a:pPr>
            <a:r>
              <a:rPr dirty="0" sz="950" spc="20">
                <a:latin typeface="맑은 고딕"/>
                <a:cs typeface="맑은 고딕"/>
              </a:rPr>
              <a:t>세상일이</a:t>
            </a:r>
            <a:r>
              <a:rPr dirty="0" sz="950" spc="-13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괴로워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쓸쓸히</a:t>
            </a:r>
            <a:r>
              <a:rPr dirty="0" sz="950" spc="-12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밖으로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나서는</a:t>
            </a:r>
            <a:r>
              <a:rPr dirty="0" sz="950" spc="-130">
                <a:latin typeface="맑은 고딕"/>
                <a:cs typeface="맑은 고딕"/>
              </a:rPr>
              <a:t> </a:t>
            </a:r>
            <a:r>
              <a:rPr dirty="0" sz="950" spc="25">
                <a:latin typeface="맑은 고딕"/>
                <a:cs typeface="맑은 고딕"/>
              </a:rPr>
              <a:t>날에  </a:t>
            </a:r>
            <a:r>
              <a:rPr dirty="0" sz="950" spc="20">
                <a:latin typeface="맑은 고딕"/>
                <a:cs typeface="맑은 고딕"/>
              </a:rPr>
              <a:t>가슴에 화안히</a:t>
            </a:r>
            <a:r>
              <a:rPr dirty="0" sz="950" spc="-254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안기어</a:t>
            </a:r>
            <a:endParaRPr sz="9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20">
                <a:latin typeface="맑은 고딕"/>
                <a:cs typeface="맑은 고딕"/>
              </a:rPr>
              <a:t>눈물짓듯 웃어</a:t>
            </a:r>
            <a:r>
              <a:rPr dirty="0" sz="950" spc="-254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주는</a:t>
            </a:r>
            <a:endParaRPr sz="9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20">
                <a:latin typeface="맑은 고딕"/>
                <a:cs typeface="맑은 고딕"/>
              </a:rPr>
              <a:t>하얀</a:t>
            </a:r>
            <a:r>
              <a:rPr dirty="0" sz="950" spc="-114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들꽃이</a:t>
            </a:r>
            <a:r>
              <a:rPr dirty="0" sz="950" spc="-11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될</a:t>
            </a:r>
            <a:r>
              <a:rPr dirty="0" sz="950" spc="-125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수</a:t>
            </a:r>
            <a:r>
              <a:rPr dirty="0" sz="950" spc="-110">
                <a:latin typeface="맑은 고딕"/>
                <a:cs typeface="맑은 고딕"/>
              </a:rPr>
              <a:t> </a:t>
            </a:r>
            <a:r>
              <a:rPr dirty="0" sz="950" spc="20">
                <a:latin typeface="맑은 고딕"/>
                <a:cs typeface="맑은 고딕"/>
              </a:rPr>
              <a:t>있을까</a:t>
            </a:r>
            <a:endParaRPr sz="95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52" y="570289"/>
            <a:ext cx="2135505" cy="574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가슴에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사랑하는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하나를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갖고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싶다</a:t>
            </a:r>
            <a:r>
              <a:rPr dirty="0" baseline="2777" sz="1500" spc="7">
                <a:latin typeface="Calibri"/>
                <a:cs typeface="Calibri"/>
              </a:rPr>
              <a:t>.  </a:t>
            </a:r>
            <a:r>
              <a:rPr dirty="0" sz="1000" spc="10">
                <a:latin typeface="맑은 고딕"/>
                <a:cs typeface="맑은 고딕"/>
              </a:rPr>
              <a:t>외로울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때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부르면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다가오는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5">
                <a:latin typeface="맑은 고딕"/>
                <a:cs typeface="맑은 고딕"/>
              </a:rPr>
              <a:t>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하나를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갖고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싶다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1303191"/>
            <a:ext cx="2103120" cy="949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06755">
              <a:lnSpc>
                <a:spcPct val="121200"/>
              </a:lnSpc>
              <a:spcBef>
                <a:spcPts val="95"/>
              </a:spcBef>
            </a:pPr>
            <a:r>
              <a:rPr dirty="0" sz="1000" spc="15">
                <a:latin typeface="맑은 고딕"/>
                <a:cs typeface="맑은 고딕"/>
              </a:rPr>
              <a:t>마음</a:t>
            </a:r>
            <a:r>
              <a:rPr dirty="0" sz="1000" spc="-16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어두운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밤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깊을수록  </a:t>
            </a:r>
            <a:r>
              <a:rPr dirty="0" sz="1000" spc="10">
                <a:latin typeface="맑은 고딕"/>
                <a:cs typeface="맑은 고딕"/>
              </a:rPr>
              <a:t>우러러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쳐다보면</a:t>
            </a:r>
            <a:endParaRPr sz="1000">
              <a:latin typeface="맑은 고딕"/>
              <a:cs typeface="맑은 고딕"/>
            </a:endParaRPr>
          </a:p>
          <a:p>
            <a:pPr marL="12700" marR="5080">
              <a:lnSpc>
                <a:spcPct val="121200"/>
              </a:lnSpc>
            </a:pPr>
            <a:r>
              <a:rPr dirty="0" sz="1000" spc="15">
                <a:latin typeface="맑은 고딕"/>
                <a:cs typeface="맑은 고딕"/>
              </a:rPr>
              <a:t>반짝이는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그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맑은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눈빛으로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나를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씻어  </a:t>
            </a:r>
            <a:r>
              <a:rPr dirty="0" sz="1000" spc="15">
                <a:latin typeface="맑은 고딕"/>
                <a:cs typeface="맑은 고딕"/>
              </a:rPr>
              <a:t>길을 </a:t>
            </a:r>
            <a:r>
              <a:rPr dirty="0" sz="1000" spc="10">
                <a:latin typeface="맑은 고딕"/>
                <a:cs typeface="맑은 고딕"/>
              </a:rPr>
              <a:t>비추어</a:t>
            </a:r>
            <a:r>
              <a:rPr dirty="0" sz="1000" spc="-28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주는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5">
                <a:latin typeface="맑은 고딕"/>
                <a:cs typeface="맑은 고딕"/>
              </a:rPr>
              <a:t>그런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사람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하나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갖고</a:t>
            </a:r>
            <a:r>
              <a:rPr dirty="0" sz="1000" spc="-12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싶다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9582" y="208381"/>
            <a:ext cx="1409700" cy="2819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/>
              <a:t>하늘의</a:t>
            </a:r>
            <a:r>
              <a:rPr dirty="0" sz="1650" spc="-254"/>
              <a:t> </a:t>
            </a:r>
            <a:r>
              <a:rPr dirty="0" sz="1650" spc="40"/>
              <a:t>별</a:t>
            </a:r>
            <a:r>
              <a:rPr dirty="0" sz="1650" spc="-240"/>
              <a:t> </a:t>
            </a:r>
            <a:r>
              <a:rPr dirty="0" sz="1650" spc="40"/>
              <a:t>따기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282739" y="673259"/>
            <a:ext cx="146240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777" sz="1500" spc="7">
                <a:latin typeface="Calibri"/>
                <a:cs typeface="Calibri"/>
              </a:rPr>
              <a:t>-</a:t>
            </a:r>
            <a:r>
              <a:rPr dirty="0" baseline="2777" sz="1500" spc="-15">
                <a:latin typeface="Calibri"/>
                <a:cs typeface="Calibri"/>
              </a:rPr>
              <a:t> </a:t>
            </a:r>
            <a:r>
              <a:rPr dirty="0" sz="1000" spc="5">
                <a:latin typeface="굴림"/>
                <a:cs typeface="굴림"/>
              </a:rPr>
              <a:t>엄마</a:t>
            </a:r>
            <a:r>
              <a:rPr dirty="0" baseline="2777" sz="1500" spc="7">
                <a:latin typeface="Calibri"/>
                <a:cs typeface="Calibri"/>
              </a:rPr>
              <a:t>,</a:t>
            </a:r>
            <a:r>
              <a:rPr dirty="0" baseline="2777" sz="1500" spc="-22">
                <a:latin typeface="Calibri"/>
                <a:cs typeface="Calibri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저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좀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따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주세요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039710"/>
            <a:ext cx="1106170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5">
                <a:latin typeface="맑은 고딕"/>
                <a:cs typeface="맑은 고딕"/>
              </a:rPr>
              <a:t>저기</a:t>
            </a:r>
            <a:r>
              <a:rPr dirty="0" baseline="2777" sz="1500" spc="7">
                <a:latin typeface="Calibri"/>
                <a:cs typeface="Calibri"/>
              </a:rPr>
              <a:t>,</a:t>
            </a:r>
            <a:r>
              <a:rPr dirty="0" baseline="2777" sz="1500" spc="-37">
                <a:latin typeface="Calibri"/>
                <a:cs typeface="Calibri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별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말이지</a:t>
            </a:r>
            <a:r>
              <a:rPr dirty="0" baseline="2777" sz="1500" spc="15">
                <a:latin typeface="Calibri"/>
                <a:cs typeface="Calibri"/>
              </a:rPr>
              <a:t>?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739" y="1224449"/>
            <a:ext cx="1977389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10">
                <a:latin typeface="맑은 고딕"/>
                <a:cs typeface="맑은 고딕"/>
              </a:rPr>
              <a:t>초승달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가장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가까이서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반짝이는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별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739" y="1563643"/>
            <a:ext cx="1523365" cy="57975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10">
                <a:latin typeface="굴림"/>
                <a:cs typeface="굴림"/>
              </a:rPr>
              <a:t>물론</a:t>
            </a:r>
            <a:r>
              <a:rPr dirty="0" sz="1000" spc="-114">
                <a:latin typeface="굴림"/>
                <a:cs typeface="굴림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따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줄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수는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있어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0">
                <a:latin typeface="맑은 고딕"/>
                <a:cs typeface="맑은 고딕"/>
              </a:rPr>
              <a:t>나무 열매를</a:t>
            </a:r>
            <a:r>
              <a:rPr dirty="0" sz="1000" spc="-27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따듯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5">
                <a:latin typeface="맑은 고딕"/>
                <a:cs typeface="맑은 고딕"/>
              </a:rPr>
              <a:t>또옥</a:t>
            </a:r>
            <a:r>
              <a:rPr dirty="0" baseline="2777" sz="1500" spc="7">
                <a:latin typeface="Calibri"/>
                <a:cs typeface="Calibri"/>
              </a:rPr>
              <a:t>,</a:t>
            </a:r>
            <a:r>
              <a:rPr dirty="0" baseline="2777" sz="1500" spc="-22">
                <a:latin typeface="Calibri"/>
                <a:cs typeface="Calibri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별을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따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수는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있어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2441" y="646002"/>
            <a:ext cx="1559560" cy="52832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000" spc="15">
                <a:latin typeface="맑은 고딕"/>
                <a:cs typeface="맑은 고딕"/>
              </a:rPr>
              <a:t>그런데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말야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 marR="5080">
              <a:lnSpc>
                <a:spcPts val="1340"/>
              </a:lnSpc>
              <a:spcBef>
                <a:spcPts val="40"/>
              </a:spcBef>
            </a:pPr>
            <a:r>
              <a:rPr dirty="0" sz="1000" spc="15">
                <a:latin typeface="맑은 고딕"/>
                <a:cs typeface="맑은 고딕"/>
              </a:rPr>
              <a:t>하늘에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저렇게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별이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많은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건  사람들이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참았기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때문이야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2441" y="1162365"/>
            <a:ext cx="226504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15">
                <a:latin typeface="맑은 고딕"/>
                <a:cs typeface="맑은 고딕"/>
              </a:rPr>
              <a:t>따고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싶어도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모두들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꾹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참았기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때문이야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2441" y="1501559"/>
            <a:ext cx="150177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777" sz="1500" spc="7">
                <a:latin typeface="Calibri"/>
                <a:cs typeface="Calibri"/>
              </a:rPr>
              <a:t>-</a:t>
            </a:r>
            <a:r>
              <a:rPr dirty="0" baseline="2777" sz="1500" spc="-22">
                <a:latin typeface="Calibri"/>
                <a:cs typeface="Calibri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그래도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하나만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따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주세요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2441" y="1825610"/>
            <a:ext cx="2007870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dirty="0" sz="1000" spc="15">
                <a:latin typeface="맑은 고딕"/>
                <a:cs typeface="맑은 고딕"/>
              </a:rPr>
              <a:t>지금부터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눈을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꼬옥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감고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열을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세렴</a:t>
            </a:r>
            <a:r>
              <a:rPr dirty="0" baseline="2777" sz="1500" spc="7">
                <a:latin typeface="Calibri"/>
                <a:cs typeface="Calibri"/>
              </a:rPr>
              <a:t>.  </a:t>
            </a:r>
            <a:r>
              <a:rPr dirty="0" sz="1000" spc="15">
                <a:latin typeface="맑은 고딕"/>
                <a:cs typeface="맑은 고딕"/>
              </a:rPr>
              <a:t>엄만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다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방법이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있거든</a:t>
            </a:r>
            <a:r>
              <a:rPr dirty="0" baseline="2777" sz="1500" spc="15">
                <a:latin typeface="맑은 고딕"/>
                <a:cs typeface="맑은 고딕"/>
              </a:rPr>
              <a:t>.</a:t>
            </a:r>
            <a:endParaRPr baseline="2777" sz="15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561" y="544547"/>
            <a:ext cx="2330450" cy="334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dirty="0" baseline="2777" sz="1500" spc="7">
                <a:latin typeface="Calibri"/>
                <a:cs typeface="Calibri"/>
              </a:rPr>
              <a:t>-</a:t>
            </a:r>
            <a:r>
              <a:rPr dirty="0" sz="1000" spc="5">
                <a:latin typeface="맑은 고딕"/>
                <a:cs typeface="맑은 고딕"/>
              </a:rPr>
              <a:t>하나</a:t>
            </a:r>
            <a:r>
              <a:rPr dirty="0" baseline="2777" sz="1500" spc="7">
                <a:latin typeface="맑은 고딕"/>
                <a:cs typeface="맑은 고딕"/>
              </a:rPr>
              <a:t>, </a:t>
            </a:r>
            <a:r>
              <a:rPr dirty="0" sz="1000" spc="5">
                <a:latin typeface="맑은 고딕"/>
                <a:cs typeface="맑은 고딕"/>
              </a:rPr>
              <a:t>두울</a:t>
            </a:r>
            <a:r>
              <a:rPr dirty="0" baseline="2777" sz="1500" spc="7">
                <a:latin typeface="Calibri"/>
                <a:cs typeface="Calibri"/>
              </a:rPr>
              <a:t>, </a:t>
            </a:r>
            <a:r>
              <a:rPr dirty="0" sz="1000" spc="10">
                <a:latin typeface="맑은 고딕"/>
                <a:cs typeface="맑은 고딕"/>
              </a:rPr>
              <a:t>셋</a:t>
            </a:r>
            <a:r>
              <a:rPr dirty="0" baseline="2777" sz="1500" spc="15">
                <a:latin typeface="Calibri"/>
                <a:cs typeface="Calibri"/>
              </a:rPr>
              <a:t>, </a:t>
            </a:r>
            <a:r>
              <a:rPr dirty="0" sz="1000">
                <a:latin typeface="맑은 고딕"/>
                <a:cs typeface="맑은 고딕"/>
              </a:rPr>
              <a:t>넷</a:t>
            </a:r>
            <a:r>
              <a:rPr dirty="0" baseline="2777" sz="1500">
                <a:latin typeface="Calibri"/>
                <a:cs typeface="Calibri"/>
              </a:rPr>
              <a:t>, </a:t>
            </a:r>
            <a:r>
              <a:rPr dirty="0" sz="1000" spc="10">
                <a:latin typeface="맑은 고딕"/>
                <a:cs typeface="맑은 고딕"/>
              </a:rPr>
              <a:t>다섯</a:t>
            </a:r>
            <a:r>
              <a:rPr dirty="0" baseline="2777" sz="1500" spc="15">
                <a:latin typeface="Calibri"/>
                <a:cs typeface="Calibri"/>
              </a:rPr>
              <a:t>,</a:t>
            </a:r>
            <a:r>
              <a:rPr dirty="0" baseline="2777" sz="1500" spc="-240">
                <a:latin typeface="Calibri"/>
                <a:cs typeface="Calibri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여섯</a:t>
            </a:r>
            <a:r>
              <a:rPr dirty="0" baseline="2777" sz="1500" spc="7">
                <a:latin typeface="Calibri"/>
                <a:cs typeface="Calibri"/>
              </a:rPr>
              <a:t>, </a:t>
            </a:r>
            <a:r>
              <a:rPr dirty="0" sz="1000" spc="5">
                <a:latin typeface="굴림"/>
                <a:cs typeface="굴림"/>
              </a:rPr>
              <a:t>일곱</a:t>
            </a:r>
            <a:r>
              <a:rPr dirty="0" baseline="2777" sz="1500" spc="7">
                <a:latin typeface="Calibri"/>
                <a:cs typeface="Calibri"/>
              </a:rPr>
              <a:t>, </a:t>
            </a:r>
            <a:r>
              <a:rPr dirty="0" sz="1000" spc="10">
                <a:latin typeface="맑은 고딕"/>
                <a:cs typeface="맑은 고딕"/>
              </a:rPr>
              <a:t>여덟</a:t>
            </a:r>
            <a:r>
              <a:rPr dirty="0" baseline="2777" sz="1500" spc="15">
                <a:latin typeface="Calibri"/>
                <a:cs typeface="Calibri"/>
              </a:rPr>
              <a:t>,  </a:t>
            </a:r>
            <a:r>
              <a:rPr dirty="0" sz="1000" spc="5">
                <a:latin typeface="맑은 고딕"/>
                <a:cs typeface="맑은 고딕"/>
              </a:rPr>
              <a:t>아홉</a:t>
            </a:r>
            <a:r>
              <a:rPr dirty="0" baseline="2777" sz="1500" spc="7">
                <a:latin typeface="Calibri"/>
                <a:cs typeface="Calibri"/>
              </a:rPr>
              <a:t>, </a:t>
            </a:r>
            <a:r>
              <a:rPr dirty="0" sz="1000" spc="5">
                <a:latin typeface="맑은 고딕"/>
                <a:cs typeface="맑은 고딕"/>
              </a:rPr>
              <a:t>열</a:t>
            </a:r>
            <a:r>
              <a:rPr dirty="0" baseline="2777" sz="1500" spc="7">
                <a:latin typeface="Calibri"/>
                <a:cs typeface="Calibri"/>
              </a:rPr>
              <a:t>!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561" y="1035167"/>
            <a:ext cx="1720850" cy="13188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15">
                <a:latin typeface="맑은 고딕"/>
                <a:cs typeface="맑은 고딕"/>
              </a:rPr>
              <a:t>이제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눈을</a:t>
            </a:r>
            <a:r>
              <a:rPr dirty="0" sz="1000" spc="-12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봐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5">
                <a:latin typeface="굴림"/>
                <a:cs typeface="굴림"/>
              </a:rPr>
              <a:t>자아</a:t>
            </a:r>
            <a:r>
              <a:rPr dirty="0" baseline="2777" sz="1500" spc="7">
                <a:latin typeface="Calibri"/>
                <a:cs typeface="Calibri"/>
              </a:rPr>
              <a:t>, </a:t>
            </a:r>
            <a:r>
              <a:rPr dirty="0" sz="1000">
                <a:latin typeface="맑은 고딕"/>
                <a:cs typeface="맑은 고딕"/>
              </a:rPr>
              <a:t>별</a:t>
            </a:r>
            <a:r>
              <a:rPr dirty="0" baseline="2777" sz="1500">
                <a:latin typeface="맑은 고딕"/>
                <a:cs typeface="맑은 고딕"/>
              </a:rPr>
              <a:t>!</a:t>
            </a:r>
            <a:endParaRPr baseline="2777" sz="15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777" sz="1500" spc="-30">
                <a:latin typeface="맑은 고딕"/>
                <a:cs typeface="맑은 고딕"/>
              </a:rPr>
              <a:t>-</a:t>
            </a:r>
            <a:r>
              <a:rPr dirty="0" sz="1000" spc="-20">
                <a:latin typeface="맑은 고딕"/>
                <a:cs typeface="맑은 고딕"/>
              </a:rPr>
              <a:t>에이</a:t>
            </a:r>
            <a:r>
              <a:rPr dirty="0" baseline="2777" sz="1500" spc="-30">
                <a:latin typeface="Calibri"/>
                <a:cs typeface="Calibri"/>
              </a:rPr>
              <a:t>, </a:t>
            </a:r>
            <a:r>
              <a:rPr dirty="0" sz="1000" spc="10">
                <a:latin typeface="맑은 고딕"/>
                <a:cs typeface="맑은 고딕"/>
              </a:rPr>
              <a:t>이건</a:t>
            </a:r>
            <a:r>
              <a:rPr dirty="0" sz="1000" spc="-11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돌이잖아요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21200"/>
              </a:lnSpc>
            </a:pPr>
            <a:r>
              <a:rPr dirty="0" sz="1000" spc="5">
                <a:latin typeface="맑은 고딕"/>
                <a:cs typeface="맑은 고딕"/>
              </a:rPr>
              <a:t>거봐</a:t>
            </a:r>
            <a:r>
              <a:rPr dirty="0" baseline="2777" sz="1500" spc="7">
                <a:latin typeface="Calibri"/>
                <a:cs typeface="Calibri"/>
              </a:rPr>
              <a:t>,</a:t>
            </a:r>
            <a:r>
              <a:rPr dirty="0" baseline="2777" sz="1500" spc="-15">
                <a:latin typeface="Calibri"/>
                <a:cs typeface="Calibri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별은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땅에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내려오는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순간  </a:t>
            </a:r>
            <a:r>
              <a:rPr dirty="0" sz="1000" spc="10">
                <a:latin typeface="맑은 고딕"/>
                <a:cs typeface="맑은 고딕"/>
              </a:rPr>
              <a:t>이렇게 시들어</a:t>
            </a:r>
            <a:r>
              <a:rPr dirty="0" sz="1000" spc="-27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버리지</a:t>
            </a:r>
            <a:r>
              <a:rPr dirty="0" baseline="2777" sz="1500" spc="15">
                <a:latin typeface="맑은 고딕"/>
                <a:cs typeface="맑은 고딕"/>
              </a:rPr>
              <a:t>.</a:t>
            </a:r>
            <a:endParaRPr baseline="2777" sz="15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560" y="515776"/>
            <a:ext cx="2265045" cy="392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15">
                <a:latin typeface="맑은 고딕"/>
                <a:cs typeface="맑은 고딕"/>
              </a:rPr>
              <a:t>별을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손에</a:t>
            </a:r>
            <a:r>
              <a:rPr dirty="0" sz="1000" spc="-12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쥐고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싶어도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000" spc="15">
                <a:latin typeface="맑은 고딕"/>
                <a:cs typeface="맑은 고딕"/>
              </a:rPr>
              <a:t>사람들이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참고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또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참는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것은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그래서란다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662" y="196267"/>
            <a:ext cx="73406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5">
                <a:latin typeface="맑은 고딕"/>
                <a:cs typeface="맑은 고딕"/>
              </a:rPr>
              <a:t>오우가</a:t>
            </a:r>
            <a:endParaRPr sz="18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679" y="646002"/>
            <a:ext cx="2261235" cy="57404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85"/>
              </a:spcBef>
            </a:pPr>
            <a:r>
              <a:rPr dirty="0" spc="15"/>
              <a:t>내 벗이 몇이나 하니 수석과 송죽이라  </a:t>
            </a:r>
            <a:r>
              <a:rPr dirty="0" spc="10"/>
              <a:t>동산에 </a:t>
            </a:r>
            <a:r>
              <a:rPr dirty="0" spc="15"/>
              <a:t>달 </a:t>
            </a:r>
            <a:r>
              <a:rPr dirty="0" spc="10"/>
              <a:t>오르니 </a:t>
            </a:r>
            <a:r>
              <a:rPr dirty="0" spc="15"/>
              <a:t>그 더욱 반갑고야  </a:t>
            </a:r>
            <a:r>
              <a:rPr dirty="0" spc="10"/>
              <a:t>두어라</a:t>
            </a:r>
            <a:r>
              <a:rPr dirty="0" spc="-135"/>
              <a:t> </a:t>
            </a:r>
            <a:r>
              <a:rPr dirty="0" spc="15"/>
              <a:t>이</a:t>
            </a:r>
            <a:r>
              <a:rPr dirty="0" spc="-150"/>
              <a:t> </a:t>
            </a:r>
            <a:r>
              <a:rPr dirty="0" spc="15"/>
              <a:t>다섯밖에</a:t>
            </a:r>
            <a:r>
              <a:rPr dirty="0" spc="-130"/>
              <a:t> </a:t>
            </a:r>
            <a:r>
              <a:rPr dirty="0" spc="15"/>
              <a:t>또</a:t>
            </a:r>
            <a:r>
              <a:rPr dirty="0" spc="-150"/>
              <a:t> </a:t>
            </a:r>
            <a:r>
              <a:rPr dirty="0" spc="10"/>
              <a:t>더하여</a:t>
            </a:r>
            <a:r>
              <a:rPr dirty="0" spc="-130"/>
              <a:t> </a:t>
            </a:r>
            <a:r>
              <a:rPr dirty="0" spc="15"/>
              <a:t>무엇</a:t>
            </a:r>
            <a:r>
              <a:rPr dirty="0" spc="-150"/>
              <a:t> </a:t>
            </a:r>
            <a:r>
              <a:rPr dirty="0" spc="15"/>
              <a:t>하리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679" y="1378904"/>
            <a:ext cx="236029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19100">
              <a:lnSpc>
                <a:spcPct val="121200"/>
              </a:lnSpc>
              <a:spcBef>
                <a:spcPts val="95"/>
              </a:spcBef>
            </a:pPr>
            <a:r>
              <a:rPr dirty="0" u="sng" sz="1000" spc="10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꽃</a:t>
            </a:r>
            <a:r>
              <a:rPr dirty="0" sz="1000" spc="10">
                <a:latin typeface="맑은 고딕"/>
                <a:cs typeface="맑은 고딕"/>
              </a:rPr>
              <a:t>은 </a:t>
            </a:r>
            <a:r>
              <a:rPr dirty="0" sz="1000" spc="15">
                <a:latin typeface="맑은 고딕"/>
                <a:cs typeface="맑은 고딕"/>
              </a:rPr>
              <a:t>무슨 일로 피면서 쉬이 지고  </a:t>
            </a:r>
            <a:r>
              <a:rPr dirty="0" u="sng" sz="1000" spc="10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풀</a:t>
            </a:r>
            <a:r>
              <a:rPr dirty="0" sz="1000" spc="10">
                <a:latin typeface="맑은 고딕"/>
                <a:cs typeface="맑은 고딕"/>
              </a:rPr>
              <a:t>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어이하여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푸르는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듯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누르나니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0">
                <a:latin typeface="맑은 고딕"/>
                <a:cs typeface="맑은 고딕"/>
              </a:rPr>
              <a:t>아마도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변치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않는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것은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바위</a:t>
            </a:r>
            <a:r>
              <a:rPr dirty="0" sz="1000" spc="15">
                <a:latin typeface="맑은 고딕"/>
                <a:cs typeface="맑은 고딕"/>
              </a:rPr>
              <a:t>뿐인가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하노라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252" y="646002"/>
            <a:ext cx="2261235" cy="599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20040">
              <a:lnSpc>
                <a:spcPct val="119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더우면 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꽃</a:t>
            </a:r>
            <a:r>
              <a:rPr dirty="0" sz="1000" spc="15">
                <a:latin typeface="맑은 고딕"/>
                <a:cs typeface="맑은 고딕"/>
              </a:rPr>
              <a:t> 피고 추우면 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잎</a:t>
            </a:r>
            <a:r>
              <a:rPr dirty="0" sz="1000" spc="1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지거늘  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맑은 고딕"/>
                <a:cs typeface="맑은 고딕"/>
              </a:rPr>
              <a:t>솔</a:t>
            </a:r>
            <a:r>
              <a:rPr dirty="0" sz="1000" spc="15">
                <a:latin typeface="맑은 고딕"/>
                <a:cs typeface="맑은 고딕"/>
              </a:rPr>
              <a:t>아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너는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어찌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눈서리를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모르는다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000" spc="10">
                <a:latin typeface="맑은 고딕"/>
                <a:cs typeface="맑은 고딕"/>
              </a:rPr>
              <a:t>구천에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뿌리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곧은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줄을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그로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하여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아노라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425" y="208381"/>
            <a:ext cx="1362710" cy="2819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/>
              <a:t>거꾸로</a:t>
            </a:r>
            <a:r>
              <a:rPr dirty="0" sz="1650" spc="-275"/>
              <a:t> </a:t>
            </a:r>
            <a:r>
              <a:rPr dirty="0" sz="1650" spc="40"/>
              <a:t>말했다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282739" y="642065"/>
            <a:ext cx="14116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괜찮아요</a:t>
            </a:r>
            <a:r>
              <a:rPr dirty="0" baseline="2525" sz="1650" spc="-7">
                <a:latin typeface="Calibri"/>
                <a:cs typeface="Calibri"/>
              </a:rPr>
              <a:t>,</a:t>
            </a:r>
            <a:r>
              <a:rPr dirty="0" baseline="2525" sz="1650" spc="-37">
                <a:latin typeface="Calibri"/>
                <a:cs typeface="Calibri"/>
              </a:rPr>
              <a:t> </a:t>
            </a:r>
            <a:r>
              <a:rPr dirty="0" sz="1100">
                <a:latin typeface="맑은 고딕"/>
                <a:cs typeface="맑은 고딕"/>
              </a:rPr>
              <a:t>라고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말할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때  </a:t>
            </a:r>
            <a:r>
              <a:rPr dirty="0" sz="1100" spc="-5">
                <a:latin typeface="맑은 고딕"/>
                <a:cs typeface="맑은 고딕"/>
              </a:rPr>
              <a:t>괜찮지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않았다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240197"/>
            <a:ext cx="158178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저는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됐어요</a:t>
            </a:r>
            <a:r>
              <a:rPr dirty="0" baseline="2525" sz="1650" spc="-7">
                <a:latin typeface="Calibri"/>
                <a:cs typeface="Calibri"/>
              </a:rPr>
              <a:t>,</a:t>
            </a:r>
            <a:r>
              <a:rPr dirty="0" baseline="2525" sz="1650" spc="-37">
                <a:latin typeface="Calibri"/>
                <a:cs typeface="Calibri"/>
              </a:rPr>
              <a:t> </a:t>
            </a:r>
            <a:r>
              <a:rPr dirty="0" sz="1100">
                <a:latin typeface="맑은 고딕"/>
                <a:cs typeface="맑은 고딕"/>
              </a:rPr>
              <a:t>라고</a:t>
            </a:r>
            <a:r>
              <a:rPr dirty="0" sz="1100" spc="-16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말할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때  </a:t>
            </a:r>
            <a:r>
              <a:rPr dirty="0" sz="1100" spc="-5">
                <a:latin typeface="맑은 고딕"/>
                <a:cs typeface="맑은 고딕"/>
              </a:rPr>
              <a:t>되지</a:t>
            </a:r>
            <a:r>
              <a:rPr dirty="0" sz="1100" spc="-14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않았다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739" y="1839844"/>
            <a:ext cx="141160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dirty="0" sz="1100" spc="-5">
                <a:latin typeface="맑은 고딕"/>
                <a:cs typeface="맑은 고딕"/>
              </a:rPr>
              <a:t>아니에요</a:t>
            </a:r>
            <a:r>
              <a:rPr dirty="0" baseline="2525" sz="1650" spc="-7">
                <a:latin typeface="Calibri"/>
                <a:cs typeface="Calibri"/>
              </a:rPr>
              <a:t>,</a:t>
            </a:r>
            <a:r>
              <a:rPr dirty="0" baseline="2525" sz="1650" spc="-37">
                <a:latin typeface="Calibri"/>
                <a:cs typeface="Calibri"/>
              </a:rPr>
              <a:t> </a:t>
            </a:r>
            <a:r>
              <a:rPr dirty="0" sz="1100">
                <a:latin typeface="맑은 고딕"/>
                <a:cs typeface="맑은 고딕"/>
              </a:rPr>
              <a:t>라고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말할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때  </a:t>
            </a:r>
            <a:r>
              <a:rPr dirty="0" sz="1100" spc="-5">
                <a:latin typeface="맑은 고딕"/>
                <a:cs typeface="맑은 고딕"/>
              </a:rPr>
              <a:t>아니지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않았다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642065"/>
            <a:ext cx="1516380" cy="8235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855">
              <a:lnSpc>
                <a:spcPct val="118300"/>
              </a:lnSpc>
              <a:spcBef>
                <a:spcPts val="100"/>
              </a:spcBef>
            </a:pPr>
            <a:r>
              <a:rPr dirty="0" sz="1100">
                <a:latin typeface="맑은 고딕"/>
                <a:cs typeface="맑은 고딕"/>
              </a:rPr>
              <a:t>하나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마나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한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말이지만</a:t>
            </a:r>
            <a:r>
              <a:rPr dirty="0" baseline="2525" sz="1650" spc="-7">
                <a:latin typeface="Calibri"/>
                <a:cs typeface="Calibri"/>
              </a:rPr>
              <a:t>,  </a:t>
            </a:r>
            <a:r>
              <a:rPr dirty="0" sz="1100">
                <a:latin typeface="맑은 고딕"/>
                <a:cs typeface="맑은 고딕"/>
              </a:rPr>
              <a:t>내가</a:t>
            </a:r>
            <a:endParaRPr sz="1100">
              <a:latin typeface="맑은 고딕"/>
              <a:cs typeface="맑은 고딕"/>
            </a:endParaRPr>
          </a:p>
          <a:p>
            <a:pPr marL="12700" marR="5080">
              <a:lnSpc>
                <a:spcPts val="1590"/>
              </a:lnSpc>
              <a:spcBef>
                <a:spcPts val="80"/>
              </a:spcBef>
            </a:pPr>
            <a:r>
              <a:rPr dirty="0" sz="1100" spc="-5">
                <a:latin typeface="맑은 고딕"/>
                <a:cs typeface="맑은 고딕"/>
              </a:rPr>
              <a:t>나라고 부르는 </a:t>
            </a:r>
            <a:r>
              <a:rPr dirty="0" sz="1100">
                <a:latin typeface="맑은 고딕"/>
                <a:cs typeface="맑은 고딕"/>
              </a:rPr>
              <a:t>애야</a:t>
            </a:r>
            <a:r>
              <a:rPr dirty="0" baseline="2525" sz="1650">
                <a:latin typeface="Calibri"/>
                <a:cs typeface="Calibri"/>
              </a:rPr>
              <a:t>,  </a:t>
            </a:r>
            <a:r>
              <a:rPr dirty="0" sz="1100" spc="-5">
                <a:latin typeface="맑은 고딕"/>
                <a:cs typeface="맑은 고딕"/>
              </a:rPr>
              <a:t>너한테</a:t>
            </a:r>
            <a:r>
              <a:rPr dirty="0" sz="1100" spc="-16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분명히</a:t>
            </a:r>
            <a:r>
              <a:rPr dirty="0" sz="1100" spc="-17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말해</a:t>
            </a:r>
            <a:r>
              <a:rPr dirty="0" sz="1100" spc="-17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둘게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6252" y="1639962"/>
            <a:ext cx="1687195" cy="4254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>
                <a:latin typeface="맑은 고딕"/>
                <a:cs typeface="맑은 고딕"/>
              </a:rPr>
              <a:t>아무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때나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웃지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마</a:t>
            </a:r>
            <a:r>
              <a:rPr dirty="0" baseline="2525" sz="1650">
                <a:latin typeface="맑은 고딕"/>
                <a:cs typeface="맑은 고딕"/>
              </a:rPr>
              <a:t>,</a:t>
            </a:r>
            <a:endParaRPr baseline="2525" sz="16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00" spc="-5">
                <a:latin typeface="맑은 고딕"/>
                <a:cs typeface="맑은 고딕"/>
              </a:rPr>
              <a:t>어색할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때는</a:t>
            </a:r>
            <a:r>
              <a:rPr dirty="0" sz="1100" spc="-150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그냥</a:t>
            </a:r>
            <a:r>
              <a:rPr dirty="0" sz="1100" spc="-155">
                <a:latin typeface="맑은 고딕"/>
                <a:cs typeface="맑은 고딕"/>
              </a:rPr>
              <a:t> </a:t>
            </a:r>
            <a:r>
              <a:rPr dirty="0" sz="1100" spc="-5">
                <a:latin typeface="맑은 고딕"/>
                <a:cs typeface="맑은 고딕"/>
              </a:rPr>
              <a:t>있어도</a:t>
            </a:r>
            <a:r>
              <a:rPr dirty="0" sz="1100" spc="-16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돼</a:t>
            </a:r>
            <a:endParaRPr sz="11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6244" y="116011"/>
            <a:ext cx="45529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40">
                <a:latin typeface="맑은 고딕"/>
                <a:cs typeface="맑은 고딕"/>
              </a:rPr>
              <a:t>빗길</a:t>
            </a:r>
            <a:endParaRPr sz="16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739" y="673259"/>
            <a:ext cx="1719580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10">
                <a:latin typeface="맑은 고딕"/>
                <a:cs typeface="맑은 고딕"/>
              </a:rPr>
              <a:t>친구는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우산을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함께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쓰고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5">
                <a:latin typeface="맑은 고딕"/>
                <a:cs typeface="맑은 고딕"/>
              </a:rPr>
              <a:t>왔다</a:t>
            </a:r>
            <a:r>
              <a:rPr dirty="0" baseline="2777" sz="1500" spc="7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009424"/>
            <a:ext cx="1657985" cy="94932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10">
                <a:latin typeface="맑은 고딕"/>
                <a:cs typeface="맑은 고딕"/>
              </a:rPr>
              <a:t>미안해서</a:t>
            </a:r>
            <a:endParaRPr sz="1000">
              <a:latin typeface="맑은 고딕"/>
              <a:cs typeface="맑은 고딕"/>
            </a:endParaRPr>
          </a:p>
          <a:p>
            <a:pPr marL="12700" marR="5080">
              <a:lnSpc>
                <a:spcPct val="121200"/>
              </a:lnSpc>
            </a:pPr>
            <a:r>
              <a:rPr dirty="0" sz="1000" spc="10">
                <a:latin typeface="맑은 고딕"/>
                <a:cs typeface="맑은 고딕"/>
              </a:rPr>
              <a:t>내가 비를 </a:t>
            </a:r>
            <a:r>
              <a:rPr dirty="0" sz="1000" spc="15">
                <a:latin typeface="맑은 고딕"/>
                <a:cs typeface="맑은 고딕"/>
              </a:rPr>
              <a:t>더 </a:t>
            </a:r>
            <a:r>
              <a:rPr dirty="0" sz="1000" spc="10">
                <a:latin typeface="맑은 고딕"/>
                <a:cs typeface="맑은 고딕"/>
              </a:rPr>
              <a:t>맞으려고  어깨를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우산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밖으로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내놓으면  </a:t>
            </a:r>
            <a:r>
              <a:rPr dirty="0" sz="1000" spc="10">
                <a:latin typeface="맑은 고딕"/>
                <a:cs typeface="맑은 고딕"/>
              </a:rPr>
              <a:t>친구가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우산을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쪽으로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5">
                <a:latin typeface="맑은 고딕"/>
                <a:cs typeface="맑은 고딕"/>
              </a:rPr>
              <a:t>더</a:t>
            </a:r>
            <a:r>
              <a:rPr dirty="0" sz="1000" spc="-28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기울여 주었다</a:t>
            </a:r>
            <a:r>
              <a:rPr dirty="0" baseline="2777" sz="1500" spc="15">
                <a:latin typeface="맑은 고딕"/>
                <a:cs typeface="맑은 고딕"/>
              </a:rPr>
              <a:t>.</a:t>
            </a:r>
            <a:endParaRPr baseline="2777" sz="15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739" y="2117862"/>
            <a:ext cx="1275080" cy="3949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10">
                <a:latin typeface="맑은 고딕"/>
                <a:cs typeface="맑은 고딕"/>
              </a:rPr>
              <a:t>빗속을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0">
                <a:latin typeface="맑은 고딕"/>
                <a:cs typeface="맑은 고딕"/>
              </a:rPr>
              <a:t>우리는</a:t>
            </a:r>
            <a:r>
              <a:rPr dirty="0" sz="1000" spc="-17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나란히</a:t>
            </a:r>
            <a:r>
              <a:rPr dirty="0" sz="1000" spc="-16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걸었다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646002"/>
            <a:ext cx="2131060" cy="7588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00" spc="15">
                <a:latin typeface="맑은 고딕"/>
                <a:cs typeface="맑은 고딕"/>
              </a:rPr>
              <a:t>좁은 </a:t>
            </a:r>
            <a:r>
              <a:rPr dirty="0" sz="1000" spc="10">
                <a:latin typeface="맑은 고딕"/>
                <a:cs typeface="맑은 고딕"/>
              </a:rPr>
              <a:t>길에선</a:t>
            </a:r>
            <a:r>
              <a:rPr dirty="0" sz="1000" spc="-28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일부러</a:t>
            </a:r>
            <a:endParaRPr sz="1000">
              <a:latin typeface="맑은 고딕"/>
              <a:cs typeface="맑은 고딕"/>
            </a:endParaRPr>
          </a:p>
          <a:p>
            <a:pPr marL="12700" marR="415925">
              <a:lnSpc>
                <a:spcPts val="1450"/>
              </a:lnSpc>
              <a:spcBef>
                <a:spcPts val="70"/>
              </a:spcBef>
            </a:pPr>
            <a:r>
              <a:rPr dirty="0" sz="1000" spc="15">
                <a:latin typeface="맑은 고딕"/>
                <a:cs typeface="맑은 고딕"/>
              </a:rPr>
              <a:t>내가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빗물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고인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자리를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디뎠다</a:t>
            </a:r>
            <a:r>
              <a:rPr dirty="0" baseline="2777" sz="1500" spc="15">
                <a:latin typeface="Calibri"/>
                <a:cs typeface="Calibri"/>
              </a:rPr>
              <a:t>.  </a:t>
            </a:r>
            <a:r>
              <a:rPr dirty="0" sz="1000" spc="15">
                <a:latin typeface="맑은 고딕"/>
                <a:cs typeface="맑은 고딕"/>
              </a:rPr>
              <a:t>그걸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알았는지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친구는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나를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000" spc="15">
                <a:latin typeface="맑은 고딕"/>
                <a:cs typeface="맑은 고딕"/>
              </a:rPr>
              <a:t>제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쪽으로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가만히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당겨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주는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것이었다</a:t>
            </a:r>
            <a:r>
              <a:rPr dirty="0" baseline="2777" sz="1500" spc="15">
                <a:latin typeface="맑은 고딕"/>
                <a:cs typeface="맑은 고딕"/>
              </a:rPr>
              <a:t>.</a:t>
            </a:r>
            <a:endParaRPr baseline="2777" sz="15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017" y="119040"/>
            <a:ext cx="2682875" cy="2762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/>
              <a:t>세상에서</a:t>
            </a:r>
            <a:r>
              <a:rPr dirty="0" sz="1650" spc="-235"/>
              <a:t> </a:t>
            </a:r>
            <a:r>
              <a:rPr dirty="0" sz="1650" spc="-5"/>
              <a:t>가장</a:t>
            </a:r>
            <a:r>
              <a:rPr dirty="0" sz="1650" spc="-235"/>
              <a:t> </a:t>
            </a:r>
            <a:r>
              <a:rPr dirty="0" sz="1650"/>
              <a:t>따뜻했던</a:t>
            </a:r>
            <a:r>
              <a:rPr dirty="0" sz="1650" spc="-250"/>
              <a:t> </a:t>
            </a:r>
            <a:r>
              <a:rPr dirty="0" sz="1650"/>
              <a:t>저녁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116745" y="758057"/>
            <a:ext cx="2319020" cy="3892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00" spc="10">
                <a:latin typeface="맑은 고딕"/>
                <a:cs typeface="맑은 고딕"/>
              </a:rPr>
              <a:t>어둠이 </a:t>
            </a:r>
            <a:r>
              <a:rPr dirty="0" sz="1000" spc="15">
                <a:latin typeface="맑은 고딕"/>
                <a:cs typeface="맑은 고딕"/>
              </a:rPr>
              <a:t>한기처럼</a:t>
            </a:r>
            <a:r>
              <a:rPr dirty="0" sz="1000" spc="-28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스며들고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000" spc="15">
                <a:latin typeface="맑은 고딕"/>
                <a:cs typeface="맑은 고딕"/>
              </a:rPr>
              <a:t>배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속에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붕어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새끼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두어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마리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요동을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때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745" y="1306219"/>
            <a:ext cx="2551430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39775">
              <a:lnSpc>
                <a:spcPct val="121200"/>
              </a:lnSpc>
              <a:spcBef>
                <a:spcPts val="95"/>
              </a:spcBef>
            </a:pPr>
            <a:r>
              <a:rPr dirty="0" sz="1000" spc="15">
                <a:latin typeface="맑은 고딕"/>
                <a:cs typeface="맑은 고딕"/>
              </a:rPr>
              <a:t>학교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앞</a:t>
            </a:r>
            <a:r>
              <a:rPr dirty="0" sz="1000" spc="-14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버스</a:t>
            </a:r>
            <a:r>
              <a:rPr dirty="0" sz="1000" spc="-15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정류장을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지나는데  </a:t>
            </a:r>
            <a:r>
              <a:rPr dirty="0" sz="1000" spc="15">
                <a:latin typeface="맑은 고딕"/>
                <a:cs typeface="맑은 고딕"/>
              </a:rPr>
              <a:t>먼저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와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기다리던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선재가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15">
                <a:latin typeface="맑은 고딕"/>
                <a:cs typeface="맑은 고딕"/>
              </a:rPr>
              <a:t>내가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멘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책가방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지퍼가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열렸다며</a:t>
            </a:r>
            <a:r>
              <a:rPr dirty="0" sz="1000" spc="-13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닫아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주었다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45" y="2045178"/>
            <a:ext cx="1845310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아무도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없는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집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썰렁한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방까지  붕어빵 냄새가</a:t>
            </a:r>
            <a:r>
              <a:rPr dirty="0" sz="1000" spc="-27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따라왔다</a:t>
            </a:r>
            <a:r>
              <a:rPr dirty="0" baseline="2777" sz="1500" spc="15">
                <a:latin typeface="Calibri"/>
                <a:cs typeface="Calibri"/>
              </a:rPr>
              <a:t>.</a:t>
            </a:r>
            <a:endParaRPr baseline="2777"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3514" y="758057"/>
            <a:ext cx="2360295" cy="5740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85"/>
              </a:spcBef>
            </a:pPr>
            <a:r>
              <a:rPr dirty="0" sz="1000" spc="10">
                <a:latin typeface="맑은 고딕"/>
                <a:cs typeface="맑은 고딕"/>
              </a:rPr>
              <a:t>학교에서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받은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우유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꺼내려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가방을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여는데  아직 온기가 식지 않은 봉이봉투에  붕어가 </a:t>
            </a:r>
            <a:r>
              <a:rPr dirty="0" sz="1000" spc="15">
                <a:latin typeface="맑은 고딕"/>
                <a:cs typeface="맑은 고딕"/>
              </a:rPr>
              <a:t>다섯</a:t>
            </a:r>
            <a:r>
              <a:rPr dirty="0" sz="1000" spc="-28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마리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3514" y="1490959"/>
            <a:ext cx="1114425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1000" spc="15">
                <a:latin typeface="맑은 고딕"/>
                <a:cs typeface="맑은 고딕"/>
              </a:rPr>
              <a:t>내 </a:t>
            </a:r>
            <a:r>
              <a:rPr dirty="0" sz="1000" spc="10">
                <a:latin typeface="맑은 고딕"/>
                <a:cs typeface="맑은 고딕"/>
              </a:rPr>
              <a:t>열여섯 세상에  가장</a:t>
            </a:r>
            <a:r>
              <a:rPr dirty="0" sz="1000" spc="-17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따뜻했던</a:t>
            </a:r>
            <a:r>
              <a:rPr dirty="0" sz="1000" spc="-18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저녁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465" y="128126"/>
            <a:ext cx="1024890" cy="3073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10"/>
              <a:t>새로운</a:t>
            </a:r>
            <a:r>
              <a:rPr dirty="0" sz="1850" spc="-310"/>
              <a:t> </a:t>
            </a:r>
            <a:r>
              <a:rPr dirty="0" sz="1850" spc="5"/>
              <a:t>길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282739" y="646002"/>
            <a:ext cx="1242695" cy="389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내를 건너서 숲으로  고개를</a:t>
            </a:r>
            <a:r>
              <a:rPr dirty="0" sz="1000" spc="-17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건너서</a:t>
            </a:r>
            <a:r>
              <a:rPr dirty="0" sz="1000" spc="-17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마을로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739" y="1194164"/>
            <a:ext cx="1271270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어제도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가고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오늘도</a:t>
            </a:r>
            <a:r>
              <a:rPr dirty="0" sz="1000" spc="-160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갈  </a:t>
            </a:r>
            <a:r>
              <a:rPr dirty="0" sz="1000" spc="10">
                <a:latin typeface="맑은 고딕"/>
                <a:cs typeface="맑은 고딕"/>
              </a:rPr>
              <a:t>나의</a:t>
            </a:r>
            <a:r>
              <a:rPr dirty="0" sz="1000" spc="-13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길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새로운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5">
                <a:latin typeface="맑은 고딕"/>
                <a:cs typeface="맑은 고딕"/>
              </a:rPr>
              <a:t>길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739" y="1748383"/>
            <a:ext cx="1657985" cy="394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1000" spc="10">
                <a:latin typeface="맑은 고딕"/>
                <a:cs typeface="맑은 고딕"/>
              </a:rPr>
              <a:t>민들레가 </a:t>
            </a:r>
            <a:r>
              <a:rPr dirty="0" sz="1000" spc="15">
                <a:latin typeface="맑은 고딕"/>
                <a:cs typeface="맑은 고딕"/>
              </a:rPr>
              <a:t>피고 </a:t>
            </a:r>
            <a:r>
              <a:rPr dirty="0" sz="1000" spc="10">
                <a:latin typeface="맑은 고딕"/>
                <a:cs typeface="맑은 고딕"/>
              </a:rPr>
              <a:t>까치가 </a:t>
            </a:r>
            <a:r>
              <a:rPr dirty="0" sz="1000" spc="15">
                <a:latin typeface="맑은 고딕"/>
                <a:cs typeface="맑은 고딕"/>
              </a:rPr>
              <a:t>날고  </a:t>
            </a:r>
            <a:r>
              <a:rPr dirty="0" sz="1000" spc="10">
                <a:latin typeface="맑은 고딕"/>
                <a:cs typeface="맑은 고딕"/>
              </a:rPr>
              <a:t>아가씨가</a:t>
            </a:r>
            <a:r>
              <a:rPr dirty="0" sz="1000" spc="-150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지나고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바람이</a:t>
            </a:r>
            <a:r>
              <a:rPr dirty="0" sz="1000" spc="-145">
                <a:latin typeface="맑은 고딕"/>
                <a:cs typeface="맑은 고딕"/>
              </a:rPr>
              <a:t> </a:t>
            </a:r>
            <a:r>
              <a:rPr dirty="0" sz="1000" spc="10">
                <a:latin typeface="맑은 고딕"/>
                <a:cs typeface="맑은 고딕"/>
              </a:rPr>
              <a:t>일고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252" y="641157"/>
            <a:ext cx="1816735" cy="4495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0"/>
              </a:spcBef>
            </a:pPr>
            <a:r>
              <a:rPr dirty="0" sz="1150" spc="35">
                <a:latin typeface="맑은 고딕"/>
                <a:cs typeface="맑은 고딕"/>
              </a:rPr>
              <a:t>나의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길은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언제나</a:t>
            </a:r>
            <a:r>
              <a:rPr dirty="0" sz="1150" spc="-16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새로운</a:t>
            </a:r>
            <a:r>
              <a:rPr dirty="0" sz="1150" spc="-160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길  </a:t>
            </a:r>
            <a:r>
              <a:rPr dirty="0" sz="1150" spc="25">
                <a:latin typeface="맑은 고딕"/>
                <a:cs typeface="맑은 고딕"/>
              </a:rPr>
              <a:t>오늘도</a:t>
            </a:r>
            <a:r>
              <a:rPr dirty="0" baseline="2415" sz="1725" spc="37">
                <a:latin typeface="Calibri"/>
                <a:cs typeface="Calibri"/>
              </a:rPr>
              <a:t>……</a:t>
            </a:r>
            <a:r>
              <a:rPr dirty="0" sz="1150" spc="25">
                <a:latin typeface="맑은 고딕"/>
                <a:cs typeface="맑은 고딕"/>
              </a:rPr>
              <a:t>내일도</a:t>
            </a:r>
            <a:r>
              <a:rPr dirty="0" baseline="2415" sz="1725" spc="37">
                <a:latin typeface="Calibri"/>
                <a:cs typeface="Calibri"/>
              </a:rPr>
              <a:t>……</a:t>
            </a:r>
            <a:endParaRPr baseline="2415" sz="172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6252" y="1278660"/>
            <a:ext cx="1447800" cy="4591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3600"/>
              </a:lnSpc>
              <a:spcBef>
                <a:spcPts val="90"/>
              </a:spcBef>
            </a:pPr>
            <a:r>
              <a:rPr dirty="0" sz="1150" spc="35">
                <a:latin typeface="맑은 고딕"/>
                <a:cs typeface="맑은 고딕"/>
              </a:rPr>
              <a:t>내를 </a:t>
            </a:r>
            <a:r>
              <a:rPr dirty="0" sz="1150" spc="30">
                <a:latin typeface="맑은 고딕"/>
                <a:cs typeface="맑은 고딕"/>
              </a:rPr>
              <a:t>건너서 </a:t>
            </a:r>
            <a:r>
              <a:rPr dirty="0" sz="1150" spc="35">
                <a:latin typeface="맑은 고딕"/>
                <a:cs typeface="맑은 고딕"/>
              </a:rPr>
              <a:t>숲으로  </a:t>
            </a:r>
            <a:r>
              <a:rPr dirty="0" sz="1150" spc="30">
                <a:latin typeface="맑은 고딕"/>
                <a:cs typeface="맑은 고딕"/>
              </a:rPr>
              <a:t>고개를</a:t>
            </a:r>
            <a:r>
              <a:rPr dirty="0" sz="1150" spc="-170">
                <a:latin typeface="맑은 고딕"/>
                <a:cs typeface="맑은 고딕"/>
              </a:rPr>
              <a:t> </a:t>
            </a:r>
            <a:r>
              <a:rPr dirty="0" sz="1150" spc="30">
                <a:latin typeface="맑은 고딕"/>
                <a:cs typeface="맑은 고딕"/>
              </a:rPr>
              <a:t>넘어서</a:t>
            </a:r>
            <a:r>
              <a:rPr dirty="0" sz="1150" spc="-185">
                <a:latin typeface="맑은 고딕"/>
                <a:cs typeface="맑은 고딕"/>
              </a:rPr>
              <a:t> </a:t>
            </a:r>
            <a:r>
              <a:rPr dirty="0" sz="1150" spc="35">
                <a:latin typeface="맑은 고딕"/>
                <a:cs typeface="맑은 고딕"/>
              </a:rPr>
              <a:t>마을로</a:t>
            </a:r>
            <a:endParaRPr sz="115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이미종</dc:creator>
  <dcterms:created xsi:type="dcterms:W3CDTF">2025-10-15T04:56:44Z</dcterms:created>
  <dcterms:modified xsi:type="dcterms:W3CDTF">2025-10-15T04:56:44Z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Creator">
    <vt:lpwstr>Show 2018 10.0.0.6779</vt:lpwstr>
  </property>
  <property fmtid="{D5CDD505-2E9C-101B-9397-08002B2CF9AE}" pid="4" name="LastSaved">
    <vt:filetime>2025-10-15T00:00:00Z</vt:filetime>
  </property>
</Properties>
</file>